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docMetadata/LabelInfo.xml" ContentType="application/xml"/>
  <Override PartName="/ppt/presentation.xml" ContentType="application/vnd.openxmlformats-officedocument.presentationml.presentation.main+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_rels/presentation.xml.rels" ContentType="application/vnd.openxmlformats-package.relationships+xml"/>
  <Override PartName="/ppt/media/image13.png" ContentType="image/png"/>
  <Override PartName="/ppt/media/image12.jpeg" ContentType="image/jpeg"/>
  <Override PartName="/ppt/media/image11.tif" ContentType="image/tiff"/>
  <Override PartName="/ppt/media/image10.tif" ContentType="image/tiff"/>
  <Override PartName="/ppt/media/image21.jpeg" ContentType="image/jpeg"/>
  <Override PartName="/ppt/media/image9.png" ContentType="image/png"/>
  <Override PartName="/ppt/media/image8.tif" ContentType="image/tiff"/>
  <Override PartName="/ppt/media/image4.jpeg" ContentType="image/jpeg"/>
  <Override PartName="/ppt/media/image20.jpeg" ContentType="image/jpeg"/>
  <Override PartName="/ppt/media/image18.png" ContentType="image/png"/>
  <Override PartName="/ppt/media/image19.jpeg" ContentType="image/jpeg"/>
  <Override PartName="/ppt/media/image5.png" ContentType="image/png"/>
  <Override PartName="/ppt/media/image17.jpeg" ContentType="image/jpeg"/>
  <Override PartName="/ppt/media/image14.png" ContentType="image/png"/>
  <Override PartName="/ppt/media/image7.png" ContentType="image/png"/>
  <Override PartName="/ppt/media/image1.jpeg" ContentType="image/jpeg"/>
  <Override PartName="/ppt/media/image22.jpeg" ContentType="image/jpeg"/>
  <Override PartName="/ppt/media/image16.jpeg" ContentType="image/jpeg"/>
  <Override PartName="/ppt/media/image15.png" ContentType="image/png"/>
  <Override PartName="/ppt/media/image2.tif" ContentType="image/tiff"/>
  <Override PartName="/ppt/media/image6.png" ContentType="image/png"/>
  <Override PartName="/ppt/media/image3.tif" ContentType="image/tiff"/>
  <Override PartName="/ppt/slideLayouts/_rels/slideLayout52.xml.rels" ContentType="application/vnd.openxmlformats-package.relationships+xml"/>
  <Override PartName="/ppt/slideLayouts/_rels/slideLayout14.xml.rels" ContentType="application/vnd.openxmlformats-package.relationships+xml"/>
  <Override PartName="/ppt/slideLayouts/_rels/slideLayout30.xml.rels" ContentType="application/vnd.openxmlformats-package.relationships+xml"/>
  <Override PartName="/ppt/slideLayouts/_rels/slideLayout38.xml.rels" ContentType="application/vnd.openxmlformats-package.relationships+xml"/>
  <Override PartName="/ppt/slideLayouts/_rels/slideLayout45.xml.rels" ContentType="application/vnd.openxmlformats-package.relationships+xml"/>
  <Override PartName="/ppt/slideLayouts/_rels/slideLayout23.xml.rels" ContentType="application/vnd.openxmlformats-package.relationships+xml"/>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31.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3.xml.rels" ContentType="application/vnd.openxmlformats-package.relationships+xml"/>
  <Override PartName="/ppt/slideLayouts/_rels/slideLayout32.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21.xml.rels" ContentType="application/vnd.openxmlformats-package.relationships+xml"/>
  <Override PartName="/ppt/slideLayouts/_rels/slideLayout36.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41.xml.rels" ContentType="application/vnd.openxmlformats-package.relationships+xml"/>
  <Override PartName="/ppt/slideLayouts/_rels/slideLayout49.xml.rels" ContentType="application/vnd.openxmlformats-package.relationships+xml"/>
  <Override PartName="/ppt/slideLayouts/_rels/slideLayout34.xml.rels" ContentType="application/vnd.openxmlformats-package.relationships+xml"/>
  <Override PartName="/ppt/slideLayouts/_rels/slideLayout50.xml.rels" ContentType="application/vnd.openxmlformats-package.relationships+xml"/>
  <Override PartName="/ppt/slideLayouts/_rels/slideLayout47.xml.rels" ContentType="application/vnd.openxmlformats-package.relationships+xml"/>
  <Override PartName="/ppt/slideLayouts/_rels/slideLayout54.xml.rels" ContentType="application/vnd.openxmlformats-package.relationships+xml"/>
  <Override PartName="/ppt/slideLayouts/_rels/slideLayout12.xml.rels" ContentType="application/vnd.openxmlformats-package.relationships+xml"/>
  <Override PartName="/ppt/slideLayouts/_rels/slideLayout29.xml.rels" ContentType="application/vnd.openxmlformats-package.relationships+xml"/>
  <Override PartName="/ppt/slideLayouts/_rels/slideLayout33.xml.rels" ContentType="application/vnd.openxmlformats-package.relationships+xml"/>
  <Override PartName="/ppt/slideLayouts/_rels/slideLayout48.xml.rels" ContentType="application/vnd.openxmlformats-package.relationships+xml"/>
  <Override PartName="/ppt/slideLayouts/_rels/slideLayout39.xml.rels" ContentType="application/vnd.openxmlformats-package.relationships+xml"/>
  <Override PartName="/ppt/slideLayouts/_rels/slideLayout40.xml.rels" ContentType="application/vnd.openxmlformats-package.relationships+xml"/>
  <Override PartName="/ppt/slideLayouts/_rels/slideLayout55.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37.xml.rels" ContentType="application/vnd.openxmlformats-package.relationships+xml"/>
  <Override PartName="/ppt/slideLayouts/_rels/slideLayout44.xml.rels" ContentType="application/vnd.openxmlformats-package.relationships+xml"/>
  <Override PartName="/ppt/slideLayouts/_rels/slideLayout10.xml.rels" ContentType="application/vnd.openxmlformats-package.relationships+xml"/>
  <Override PartName="/ppt/slideLayouts/_rels/slideLayout59.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57.xml.rels" ContentType="application/vnd.openxmlformats-package.relationships+xml"/>
  <Override PartName="/ppt/slideLayouts/_rels/slideLayout16.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42.xml.rels" ContentType="application/vnd.openxmlformats-package.relationships+xml"/>
  <Override PartName="/ppt/slideLayouts/_rels/slideLayout51.xml.rels" ContentType="application/vnd.openxmlformats-package.relationships+xml"/>
  <Override PartName="/ppt/slideLayouts/_rels/slideLayout58.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46.xml.rels" ContentType="application/vnd.openxmlformats-package.relationships+xml"/>
  <Override PartName="/ppt/slideLayouts/_rels/slideLayout53.xml.rels" ContentType="application/vnd.openxmlformats-package.relationships+xml"/>
  <Override PartName="/ppt/slideLayouts/slideLayout56.xml" ContentType="application/vnd.openxmlformats-officedocument.presentationml.slideLayout+xml"/>
  <Override PartName="/ppt/slideLayouts/slideLayout13.xml" ContentType="application/vnd.openxmlformats-officedocument.presentationml.slideLayout+xml"/>
  <Override PartName="/ppt/slideLayouts/slideLayout48.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9.xml" ContentType="application/vnd.openxmlformats-officedocument.presentationml.slideLayout+xml"/>
  <Override PartName="/ppt/slideLayouts/slideLayout29.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59.xml" ContentType="application/vnd.openxmlformats-officedocument.presentationml.slideLayout+xml"/>
  <Override PartName="/ppt/slideLayouts/slideLayout22.xml" ContentType="application/vnd.openxmlformats-officedocument.presentationml.slideLayout+xml"/>
  <Override PartName="/ppt/slideLayouts/slideLayout28.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58.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9.xml" ContentType="application/vnd.openxmlformats-officedocument.presentationml.slideLayout+xml"/>
  <Override PartName="/ppt/slideLayouts/slideLayout57.xml" ContentType="application/vnd.openxmlformats-officedocument.presentationml.slideLayout+xml"/>
  <Override PartName="/ppt/slideLayouts/slideLayout20.xml" ContentType="application/vnd.openxmlformats-officedocument.presentationml.slideLayout+xml"/>
  <Override PartName="/ppt/slideLayouts/slideLayout23.xml" ContentType="application/vnd.openxmlformats-officedocument.presentationml.slideLayout+xml"/>
  <Override PartName="/ppt/slideLayouts/slideLayout60.xml" ContentType="application/vnd.openxmlformats-officedocument.presentationml.slideLayout+xml"/>
  <Override PartName="/ppt/slideLayouts/slideLayout18.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2.xml" ContentType="application/vnd.openxmlformats-officedocument.presentationml.slideLayout+xml"/>
  <Override PartName="/ppt/slideLayouts/slideLayout40.xml" ContentType="application/vnd.openxmlformats-officedocument.presentationml.slideLayout+xml"/>
  <Override PartName="/ppt/slideLayouts/slideLayout3.xml" ContentType="application/vnd.openxmlformats-officedocument.presentationml.slideLayout+xml"/>
  <Override PartName="/ppt/slideLayouts/slideLayout41.xml" ContentType="application/vnd.openxmlformats-officedocument.presentationml.slideLayout+xml"/>
  <Override PartName="/ppt/slideLayouts/slideLayout4.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43.xml" ContentType="application/vnd.openxmlformats-officedocument.presentationml.slideLayout+xml"/>
  <Override PartName="/ppt/slideLayouts/slideLayout6.xml" ContentType="application/vnd.openxmlformats-officedocument.presentationml.slideLayout+xml"/>
  <Override PartName="/ppt/slideLayouts/slideLayout44.xml" ContentType="application/vnd.openxmlformats-officedocument.presentationml.slideLayout+xml"/>
  <Override PartName="/ppt/slideLayouts/slideLayout7.xml" ContentType="application/vnd.openxmlformats-officedocument.presentationml.slideLayout+xml"/>
  <Override PartName="/ppt/slideLayouts/slideLayout45.xml" ContentType="application/vnd.openxmlformats-officedocument.presentationml.slideLayout+xml"/>
  <Override PartName="/ppt/slideLayouts/slideLayout8.xml" ContentType="application/vnd.openxmlformats-officedocument.presentationml.slideLayout+xml"/>
  <Override PartName="/ppt/slideLayouts/slideLayout46.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microsoft.com/office/2020/02/relationships/classificationlabels" Target="docMetadata/LabelInfo.xml"/><Relationship Id="rId8"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Lst>
  <p:notesMasterIdLst>
    <p:notesMasterId r:id="rId7"/>
  </p:notesMasterIdLst>
  <p:sldIdLst>
    <p:sldId id="256" r:id="rId8"/>
    <p:sldId id="257" r:id="rId9"/>
    <p:sldId id="258" r:id="rId10"/>
    <p:sldId id="259" r:id="rId11"/>
    <p:sldId id="260" r:id="rId12"/>
    <p:sldId id="261" r:id="rId13"/>
    <p:sldId id="262" r:id="rId14"/>
  </p:sldIdLst>
  <p:sldSz cx="12192000" cy="6858000"/>
  <p:notesSz cx="6858000" cy="9144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type="sldImg"/>
          </p:nvPr>
        </p:nvSpPr>
        <p:spPr>
          <a:xfrm>
            <a:off x="533520" y="764280"/>
            <a:ext cx="6704640" cy="3771360"/>
          </a:xfrm>
          <a:prstGeom prst="rect">
            <a:avLst/>
          </a:prstGeom>
        </p:spPr>
        <p:txBody>
          <a:bodyPr lIns="0" rIns="0" tIns="0" bIns="0" anchor="ctr">
            <a:noAutofit/>
          </a:bodyPr>
          <a:p>
            <a:r>
              <a:rPr b="0" lang="en-US" sz="1800" spc="-1" strike="noStrike">
                <a:solidFill>
                  <a:srgbClr val="1b1c1e"/>
                </a:solidFill>
                <a:latin typeface="Arial"/>
              </a:rPr>
              <a:t>Click to move the slide</a:t>
            </a:r>
            <a:endParaRPr b="0" lang="en-US" sz="1800" spc="-1" strike="noStrike">
              <a:solidFill>
                <a:srgbClr val="1b1c1e"/>
              </a:solidFill>
              <a:latin typeface="Arial"/>
            </a:endParaRPr>
          </a:p>
        </p:txBody>
      </p:sp>
      <p:sp>
        <p:nvSpPr>
          <p:cNvPr id="220" name="PlaceHolder 2"/>
          <p:cNvSpPr>
            <a:spLocks noGrp="1"/>
          </p:cNvSpPr>
          <p:nvPr>
            <p:ph type="body"/>
          </p:nvPr>
        </p:nvSpPr>
        <p:spPr>
          <a:xfrm>
            <a:off x="777240" y="4777560"/>
            <a:ext cx="6217560" cy="4525920"/>
          </a:xfrm>
          <a:prstGeom prst="rect">
            <a:avLst/>
          </a:prstGeom>
        </p:spPr>
        <p:txBody>
          <a:bodyPr lIns="0" rIns="0" tIns="0" bIns="0">
            <a:noAutofit/>
          </a:bodyPr>
          <a:p>
            <a:r>
              <a:rPr b="0" lang="en-CA" sz="2000" spc="-1" strike="noStrike">
                <a:latin typeface="Arial"/>
              </a:rPr>
              <a:t>Click to edit the notes format</a:t>
            </a:r>
            <a:endParaRPr b="0" lang="en-CA" sz="2000" spc="-1" strike="noStrike">
              <a:latin typeface="Arial"/>
            </a:endParaRPr>
          </a:p>
        </p:txBody>
      </p:sp>
      <p:sp>
        <p:nvSpPr>
          <p:cNvPr id="221" name="PlaceHolder 3"/>
          <p:cNvSpPr>
            <a:spLocks noGrp="1"/>
          </p:cNvSpPr>
          <p:nvPr>
            <p:ph type="hdr"/>
          </p:nvPr>
        </p:nvSpPr>
        <p:spPr>
          <a:xfrm>
            <a:off x="0" y="0"/>
            <a:ext cx="3372840" cy="502560"/>
          </a:xfrm>
          <a:prstGeom prst="rect">
            <a:avLst/>
          </a:prstGeom>
        </p:spPr>
        <p:txBody>
          <a:bodyPr lIns="0" rIns="0" tIns="0" bIns="0">
            <a:noAutofit/>
          </a:bodyPr>
          <a:p>
            <a:r>
              <a:rPr b="0" lang="en-CA" sz="1400" spc="-1" strike="noStrike">
                <a:latin typeface="Times New Roman"/>
              </a:rPr>
              <a:t>&lt;header&gt;</a:t>
            </a:r>
            <a:endParaRPr b="0" lang="en-CA" sz="1400" spc="-1" strike="noStrike">
              <a:latin typeface="Times New Roman"/>
            </a:endParaRPr>
          </a:p>
        </p:txBody>
      </p:sp>
      <p:sp>
        <p:nvSpPr>
          <p:cNvPr id="222" name="PlaceHolder 4"/>
          <p:cNvSpPr>
            <a:spLocks noGrp="1"/>
          </p:cNvSpPr>
          <p:nvPr>
            <p:ph type="dt"/>
          </p:nvPr>
        </p:nvSpPr>
        <p:spPr>
          <a:xfrm>
            <a:off x="4399200" y="0"/>
            <a:ext cx="3372840" cy="502560"/>
          </a:xfrm>
          <a:prstGeom prst="rect">
            <a:avLst/>
          </a:prstGeom>
        </p:spPr>
        <p:txBody>
          <a:bodyPr lIns="0" rIns="0" tIns="0" bIns="0">
            <a:noAutofit/>
          </a:bodyPr>
          <a:p>
            <a:pPr algn="r"/>
            <a:r>
              <a:rPr b="0" lang="en-CA" sz="1400" spc="-1" strike="noStrike">
                <a:latin typeface="Times New Roman"/>
              </a:rPr>
              <a:t>&lt;date/time&gt;</a:t>
            </a:r>
            <a:endParaRPr b="0" lang="en-CA" sz="1400" spc="-1" strike="noStrike">
              <a:latin typeface="Times New Roman"/>
            </a:endParaRPr>
          </a:p>
        </p:txBody>
      </p:sp>
      <p:sp>
        <p:nvSpPr>
          <p:cNvPr id="223" name="PlaceHolder 5"/>
          <p:cNvSpPr>
            <a:spLocks noGrp="1"/>
          </p:cNvSpPr>
          <p:nvPr>
            <p:ph type="ftr"/>
          </p:nvPr>
        </p:nvSpPr>
        <p:spPr>
          <a:xfrm>
            <a:off x="0" y="9555480"/>
            <a:ext cx="3372840" cy="502560"/>
          </a:xfrm>
          <a:prstGeom prst="rect">
            <a:avLst/>
          </a:prstGeom>
        </p:spPr>
        <p:txBody>
          <a:bodyPr lIns="0" rIns="0" tIns="0" bIns="0" anchor="b">
            <a:noAutofit/>
          </a:bodyPr>
          <a:p>
            <a:r>
              <a:rPr b="0" lang="en-CA" sz="1400" spc="-1" strike="noStrike">
                <a:latin typeface="Times New Roman"/>
              </a:rPr>
              <a:t>&lt;footer&gt;</a:t>
            </a:r>
            <a:endParaRPr b="0" lang="en-CA" sz="1400" spc="-1" strike="noStrike">
              <a:latin typeface="Times New Roman"/>
            </a:endParaRPr>
          </a:p>
        </p:txBody>
      </p:sp>
      <p:sp>
        <p:nvSpPr>
          <p:cNvPr id="224" name="PlaceHolder 6"/>
          <p:cNvSpPr>
            <a:spLocks noGrp="1"/>
          </p:cNvSpPr>
          <p:nvPr>
            <p:ph type="sldNum"/>
          </p:nvPr>
        </p:nvSpPr>
        <p:spPr>
          <a:xfrm>
            <a:off x="4399200" y="9555480"/>
            <a:ext cx="3372840" cy="502560"/>
          </a:xfrm>
          <a:prstGeom prst="rect">
            <a:avLst/>
          </a:prstGeom>
        </p:spPr>
        <p:txBody>
          <a:bodyPr lIns="0" rIns="0" tIns="0" bIns="0" anchor="b">
            <a:noAutofit/>
          </a:bodyPr>
          <a:p>
            <a:pPr algn="r"/>
            <a:fld id="{C7C277ED-A076-484E-90AA-52C285E46223}" type="slidenum">
              <a:rPr b="0" lang="en-CA" sz="1400" spc="-1" strike="noStrike">
                <a:latin typeface="Times New Roman"/>
              </a:rPr>
              <a:t>&lt;number&gt;</a:t>
            </a:fld>
            <a:endParaRPr b="0" lang="en-CA"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sldImg"/>
          </p:nvPr>
        </p:nvSpPr>
        <p:spPr>
          <a:xfrm>
            <a:off x="685800" y="1143000"/>
            <a:ext cx="5486040" cy="3085920"/>
          </a:xfrm>
          <a:prstGeom prst="rect">
            <a:avLst/>
          </a:prstGeom>
        </p:spPr>
      </p:sp>
      <p:sp>
        <p:nvSpPr>
          <p:cNvPr id="256" name="PlaceHolder 2"/>
          <p:cNvSpPr>
            <a:spLocks noGrp="1"/>
          </p:cNvSpPr>
          <p:nvPr>
            <p:ph type="body"/>
          </p:nvPr>
        </p:nvSpPr>
        <p:spPr>
          <a:xfrm>
            <a:off x="685800" y="4400640"/>
            <a:ext cx="5486040" cy="3600000"/>
          </a:xfrm>
          <a:prstGeom prst="rect">
            <a:avLst/>
          </a:prstGeom>
        </p:spPr>
        <p:txBody>
          <a:bodyPr>
            <a:noAutofit/>
          </a:bodyPr>
          <a:p>
            <a:r>
              <a:rPr b="0" lang="en-US" sz="2000" spc="-1" strike="noStrike">
                <a:latin typeface="Arial"/>
              </a:rPr>
              <a:t>Image source: Microsoft 365 content library</a:t>
            </a:r>
            <a:endParaRPr b="0" lang="en-CA" sz="2000" spc="-1" strike="noStrike">
              <a:latin typeface="Arial"/>
            </a:endParaRPr>
          </a:p>
          <a:p>
            <a:pPr marL="216000" indent="-216000">
              <a:lnSpc>
                <a:spcPct val="100000"/>
              </a:lnSpc>
            </a:pPr>
            <a:r>
              <a:rPr b="0" lang="en-US" sz="2000" spc="-1" strike="noStrike">
                <a:latin typeface="Arial"/>
              </a:rPr>
              <a:t>The Scientific Exchange on Modeling &amp; Simulation for Radiation Sterilization was held at NIST Gaithersburg in September 2025. It united experts from industry, academia, regulatory bodies, and standards organizations. Key goals included advancing consensus and shaping a roadmap for robust, traceable modeling, co-hosted by NIST and CIRMS.</a:t>
            </a:r>
            <a:endParaRPr b="0" lang="en-CA" sz="2000" spc="-1" strike="noStrike">
              <a:latin typeface="Arial"/>
            </a:endParaRPr>
          </a:p>
        </p:txBody>
      </p:sp>
      <p:sp>
        <p:nvSpPr>
          <p:cNvPr id="257" name="Slide Number Placeholder 3"/>
          <p:cNvSpPr txBox="1"/>
          <p:nvPr/>
        </p:nvSpPr>
        <p:spPr>
          <a:xfrm>
            <a:off x="3884760" y="8685360"/>
            <a:ext cx="2971440" cy="458280"/>
          </a:xfrm>
          <a:prstGeom prst="rect">
            <a:avLst/>
          </a:prstGeom>
          <a:noFill/>
          <a:ln w="0">
            <a:noFill/>
          </a:ln>
        </p:spPr>
        <p:txBody>
          <a:bodyPr anchor="b">
            <a:noAutofit/>
          </a:bodyPr>
          <a:p>
            <a:pPr algn="r">
              <a:lnSpc>
                <a:spcPct val="100000"/>
              </a:lnSpc>
            </a:pPr>
            <a:fld id="{16A6F100-96BA-4FB8-BF35-059B2A8A6B3D}" type="slidenum">
              <a:rPr b="0" lang="en-US" sz="1200" spc="-1" strike="noStrike">
                <a:latin typeface="Times New Roman"/>
              </a:rPr>
              <a:t>6</a:t>
            </a:fld>
            <a:endParaRPr b="0" lang="en-CA"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sldImg"/>
          </p:nvPr>
        </p:nvSpPr>
        <p:spPr>
          <a:xfrm>
            <a:off x="685800" y="1143000"/>
            <a:ext cx="5486040" cy="3085920"/>
          </a:xfrm>
          <a:prstGeom prst="rect">
            <a:avLst/>
          </a:prstGeom>
        </p:spPr>
      </p:sp>
      <p:sp>
        <p:nvSpPr>
          <p:cNvPr id="259" name="PlaceHolder 2"/>
          <p:cNvSpPr>
            <a:spLocks noGrp="1"/>
          </p:cNvSpPr>
          <p:nvPr>
            <p:ph type="body"/>
          </p:nvPr>
        </p:nvSpPr>
        <p:spPr>
          <a:xfrm>
            <a:off x="685800" y="4400640"/>
            <a:ext cx="5486040" cy="3600000"/>
          </a:xfrm>
          <a:prstGeom prst="rect">
            <a:avLst/>
          </a:prstGeom>
        </p:spPr>
        <p:txBody>
          <a:bodyPr>
            <a:noAutofit/>
          </a:bodyPr>
          <a:p>
            <a:r>
              <a:rPr b="0" lang="en-US" sz="2000" spc="-1" strike="noStrike">
                <a:latin typeface="Arial"/>
              </a:rPr>
              <a:t>Image source: Microsoft 365 content library</a:t>
            </a:r>
            <a:endParaRPr b="0" lang="en-CA" sz="2000" spc="-1" strike="noStrike">
              <a:latin typeface="Arial"/>
            </a:endParaRPr>
          </a:p>
          <a:p>
            <a:pPr marL="216000" indent="-216000">
              <a:lnSpc>
                <a:spcPct val="100000"/>
              </a:lnSpc>
            </a:pPr>
            <a:r>
              <a:rPr b="0" lang="en-US" sz="2000" spc="-1" strike="noStrike">
                <a:latin typeface="Arial"/>
              </a:rPr>
              <a:t>Monte Carlo simulations using tools like RayXpert and MCNP enable precise dose mapping and validation. Modeling demonstrates functional equivalence to physical testing, supporting safety and efficacy. Applications include device development, regulatory submissions, and CAPA. For example, stent sterilization modeling highlights reliability and versatility in real-world scenarios.</a:t>
            </a:r>
            <a:endParaRPr b="0" lang="en-CA" sz="2000" spc="-1" strike="noStrike">
              <a:latin typeface="Arial"/>
            </a:endParaRPr>
          </a:p>
        </p:txBody>
      </p:sp>
      <p:sp>
        <p:nvSpPr>
          <p:cNvPr id="260" name="Slide Number Placeholder 3"/>
          <p:cNvSpPr txBox="1"/>
          <p:nvPr/>
        </p:nvSpPr>
        <p:spPr>
          <a:xfrm>
            <a:off x="3884760" y="8685360"/>
            <a:ext cx="2971440" cy="458280"/>
          </a:xfrm>
          <a:prstGeom prst="rect">
            <a:avLst/>
          </a:prstGeom>
          <a:noFill/>
          <a:ln w="0">
            <a:noFill/>
          </a:ln>
        </p:spPr>
        <p:txBody>
          <a:bodyPr anchor="b">
            <a:noAutofit/>
          </a:bodyPr>
          <a:p>
            <a:pPr algn="r">
              <a:lnSpc>
                <a:spcPct val="100000"/>
              </a:lnSpc>
            </a:pPr>
            <a:fld id="{FEEE7CEF-AD16-438F-A4B3-3B33984EA472}" type="slidenum">
              <a:rPr b="0" lang="en-US" sz="1200" spc="-1" strike="noStrike">
                <a:latin typeface="Times New Roman"/>
              </a:rPr>
              <a:t>&lt;number&gt;</a:t>
            </a:fld>
            <a:endParaRPr b="0" lang="en-CA"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sldImg"/>
          </p:nvPr>
        </p:nvSpPr>
        <p:spPr>
          <a:xfrm>
            <a:off x="685800" y="1143000"/>
            <a:ext cx="5486040" cy="3085920"/>
          </a:xfrm>
          <a:prstGeom prst="rect">
            <a:avLst/>
          </a:prstGeom>
        </p:spPr>
      </p:sp>
      <p:sp>
        <p:nvSpPr>
          <p:cNvPr id="262" name="PlaceHolder 2"/>
          <p:cNvSpPr>
            <a:spLocks noGrp="1"/>
          </p:cNvSpPr>
          <p:nvPr>
            <p:ph type="body"/>
          </p:nvPr>
        </p:nvSpPr>
        <p:spPr>
          <a:xfrm>
            <a:off x="685800" y="4400640"/>
            <a:ext cx="5486040" cy="3600000"/>
          </a:xfrm>
          <a:prstGeom prst="rect">
            <a:avLst/>
          </a:prstGeom>
        </p:spPr>
        <p:txBody>
          <a:bodyPr>
            <a:noAutofit/>
          </a:bodyPr>
          <a:p>
            <a:r>
              <a:rPr b="0" lang="en-US" sz="2000" spc="-1" strike="noStrike">
                <a:latin typeface="Arial"/>
              </a:rPr>
              <a:t>Image source: Microsoft 365 content library</a:t>
            </a:r>
            <a:endParaRPr b="0" lang="en-CA" sz="2000" spc="-1" strike="noStrike">
              <a:latin typeface="Arial"/>
            </a:endParaRPr>
          </a:p>
          <a:p>
            <a:pPr marL="216000" indent="-216000">
              <a:lnSpc>
                <a:spcPct val="100000"/>
              </a:lnSpc>
            </a:pPr>
            <a:r>
              <a:rPr b="0" lang="en-US" sz="2000" spc="-1" strike="noStrike">
                <a:latin typeface="Arial"/>
              </a:rPr>
              <a:t>The FDA accepts modeling as credible evidence in device submissions, supported by the ASME V&amp;V 40-2018 standard for model credibility. The Medical Device Development Tools (MDDT) program helps streamline submissions. A mock submission using RayXpert simulation, validated against ISO 11137 standards, demonstrates how simulation enhances regulatory compliance and aids innovation.</a:t>
            </a:r>
            <a:endParaRPr b="0" lang="en-CA" sz="2000" spc="-1" strike="noStrike">
              <a:latin typeface="Arial"/>
            </a:endParaRPr>
          </a:p>
        </p:txBody>
      </p:sp>
      <p:sp>
        <p:nvSpPr>
          <p:cNvPr id="263" name="Slide Number Placeholder 3"/>
          <p:cNvSpPr txBox="1"/>
          <p:nvPr/>
        </p:nvSpPr>
        <p:spPr>
          <a:xfrm>
            <a:off x="3884760" y="8685360"/>
            <a:ext cx="2971440" cy="458280"/>
          </a:xfrm>
          <a:prstGeom prst="rect">
            <a:avLst/>
          </a:prstGeom>
          <a:noFill/>
          <a:ln w="0">
            <a:noFill/>
          </a:ln>
        </p:spPr>
        <p:txBody>
          <a:bodyPr anchor="b">
            <a:noAutofit/>
          </a:bodyPr>
          <a:p>
            <a:pPr algn="r">
              <a:lnSpc>
                <a:spcPct val="100000"/>
              </a:lnSpc>
            </a:pPr>
            <a:fld id="{88FCD8C4-A80B-48C1-A58D-E38A2D74C39A}" type="slidenum">
              <a:rPr b="0" lang="en-US" sz="1200" spc="-1" strike="noStrike">
                <a:latin typeface="Times New Roman"/>
              </a:rPr>
              <a:t>&lt;number&gt;</a:t>
            </a:fld>
            <a:endParaRPr b="0" lang="en-CA"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sldImg"/>
          </p:nvPr>
        </p:nvSpPr>
        <p:spPr>
          <a:xfrm>
            <a:off x="685800" y="1143000"/>
            <a:ext cx="5486040" cy="3085920"/>
          </a:xfrm>
          <a:prstGeom prst="rect">
            <a:avLst/>
          </a:prstGeom>
        </p:spPr>
      </p:sp>
      <p:sp>
        <p:nvSpPr>
          <p:cNvPr id="265" name="PlaceHolder 2"/>
          <p:cNvSpPr>
            <a:spLocks noGrp="1"/>
          </p:cNvSpPr>
          <p:nvPr>
            <p:ph type="body"/>
          </p:nvPr>
        </p:nvSpPr>
        <p:spPr>
          <a:xfrm>
            <a:off x="685800" y="4400640"/>
            <a:ext cx="5486040" cy="3600000"/>
          </a:xfrm>
          <a:prstGeom prst="rect">
            <a:avLst/>
          </a:prstGeom>
        </p:spPr>
        <p:txBody>
          <a:bodyPr>
            <a:noAutofit/>
          </a:bodyPr>
          <a:p>
            <a:r>
              <a:rPr b="0" lang="en-US" sz="2000" spc="-1" strike="noStrike">
                <a:latin typeface="Arial"/>
              </a:rPr>
              <a:t>Image source: Microsoft 365 content library</a:t>
            </a:r>
            <a:endParaRPr b="0" lang="en-CA" sz="2000" spc="-1" strike="noStrike">
              <a:latin typeface="Arial"/>
            </a:endParaRPr>
          </a:p>
          <a:p>
            <a:pPr marL="216000" indent="-216000">
              <a:lnSpc>
                <a:spcPct val="100000"/>
              </a:lnSpc>
            </a:pPr>
            <a:r>
              <a:rPr b="0" lang="en-US" sz="2000" spc="-1" strike="noStrike">
                <a:latin typeface="Arial"/>
              </a:rPr>
              <a:t>The event achieved consensus on the need for standardized verification, validation, and uncertainty quantification. Key barriers include training gaps, lack of quality metrics, and regulatory acceptance. Action items moving forward are to develop standards, promote round-robin studies, and integrate priorities into the CIRMS Needs Report, emphasizing collaboration for innovation and safety.</a:t>
            </a:r>
            <a:endParaRPr b="0" lang="en-CA" sz="2000" spc="-1" strike="noStrike">
              <a:latin typeface="Arial"/>
            </a:endParaRPr>
          </a:p>
        </p:txBody>
      </p:sp>
      <p:sp>
        <p:nvSpPr>
          <p:cNvPr id="266" name="Slide Number Placeholder 3"/>
          <p:cNvSpPr txBox="1"/>
          <p:nvPr/>
        </p:nvSpPr>
        <p:spPr>
          <a:xfrm>
            <a:off x="3884760" y="8685360"/>
            <a:ext cx="2971440" cy="458280"/>
          </a:xfrm>
          <a:prstGeom prst="rect">
            <a:avLst/>
          </a:prstGeom>
          <a:noFill/>
          <a:ln w="0">
            <a:noFill/>
          </a:ln>
        </p:spPr>
        <p:txBody>
          <a:bodyPr anchor="b">
            <a:noAutofit/>
          </a:bodyPr>
          <a:p>
            <a:pPr algn="r">
              <a:lnSpc>
                <a:spcPct val="100000"/>
              </a:lnSpc>
            </a:pPr>
            <a:fld id="{F8B9CACC-D5C2-461F-ADA5-A0839F7B539F}" type="slidenum">
              <a:rPr b="0" lang="en-US" sz="1200" spc="-1" strike="noStrike">
                <a:latin typeface="Times New Roman"/>
              </a:rPr>
              <a:t>&lt;number&gt;</a:t>
            </a:fld>
            <a:endParaRPr b="0" lang="en-CA"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7" name="PlaceHolder 2"/>
          <p:cNvSpPr>
            <a:spLocks noGrp="1"/>
          </p:cNvSpPr>
          <p:nvPr>
            <p:ph type="subTitle"/>
          </p:nvPr>
        </p:nvSpPr>
        <p:spPr>
          <a:xfrm>
            <a:off x="644400" y="3080880"/>
            <a:ext cx="3923640" cy="1332360"/>
          </a:xfrm>
          <a:prstGeom prst="rect">
            <a:avLst/>
          </a:prstGeom>
        </p:spPr>
        <p:txBody>
          <a:bodyPr lIns="0" rIns="0" tIns="0" bIns="0" anchor="ctr">
            <a:noAutofit/>
          </a:bodyPr>
          <a:p>
            <a:pPr algn="ctr"/>
            <a:endParaRPr b="0" lang="en-CA"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9" name="PlaceHolder 2"/>
          <p:cNvSpPr>
            <a:spLocks noGrp="1"/>
          </p:cNvSpPr>
          <p:nvPr>
            <p:ph type="body"/>
          </p:nvPr>
        </p:nvSpPr>
        <p:spPr>
          <a:xfrm>
            <a:off x="644400" y="3080880"/>
            <a:ext cx="3923640" cy="1332360"/>
          </a:xfrm>
          <a:prstGeom prst="rect">
            <a:avLst/>
          </a:prstGeom>
        </p:spPr>
        <p:txBody>
          <a:bodyPr lIns="0" rIns="0" tIns="0" bIns="0">
            <a:normAutofit/>
          </a:bodyPr>
          <a:p>
            <a:endParaRPr b="0" lang="en-US" sz="2800" spc="-1" strike="noStrike">
              <a:solidFill>
                <a:srgbClr val="1b1c1e"/>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11" name="PlaceHolder 2"/>
          <p:cNvSpPr>
            <a:spLocks noGrp="1"/>
          </p:cNvSpPr>
          <p:nvPr>
            <p:ph type="body"/>
          </p:nvPr>
        </p:nvSpPr>
        <p:spPr>
          <a:xfrm>
            <a:off x="644400" y="3080880"/>
            <a:ext cx="1914480" cy="1332360"/>
          </a:xfrm>
          <a:prstGeom prst="rect">
            <a:avLst/>
          </a:prstGeom>
        </p:spPr>
        <p:txBody>
          <a:bodyPr lIns="0" rIns="0" tIns="0" bIns="0">
            <a:normAutofit/>
          </a:bodyPr>
          <a:p>
            <a:endParaRPr b="0" lang="en-US" sz="2800" spc="-1" strike="noStrike">
              <a:solidFill>
                <a:srgbClr val="1b1c1e"/>
              </a:solidFill>
              <a:latin typeface="Arial"/>
            </a:endParaRPr>
          </a:p>
        </p:txBody>
      </p:sp>
      <p:sp>
        <p:nvSpPr>
          <p:cNvPr id="12" name="PlaceHolder 3"/>
          <p:cNvSpPr>
            <a:spLocks noGrp="1"/>
          </p:cNvSpPr>
          <p:nvPr>
            <p:ph type="body"/>
          </p:nvPr>
        </p:nvSpPr>
        <p:spPr>
          <a:xfrm>
            <a:off x="2655000" y="3080880"/>
            <a:ext cx="1914480" cy="1332360"/>
          </a:xfrm>
          <a:prstGeom prst="rect">
            <a:avLst/>
          </a:prstGeom>
        </p:spPr>
        <p:txBody>
          <a:bodyPr lIns="0" rIns="0" tIns="0" bIns="0">
            <a:normAutofit/>
          </a:bodyPr>
          <a:p>
            <a:endParaRPr b="0" lang="en-US" sz="2800" spc="-1" strike="noStrike">
              <a:solidFill>
                <a:srgbClr val="1b1c1e"/>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CA"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16" name="PlaceHolder 2"/>
          <p:cNvSpPr>
            <a:spLocks noGrp="1"/>
          </p:cNvSpPr>
          <p:nvPr>
            <p:ph type="body"/>
          </p:nvPr>
        </p:nvSpPr>
        <p:spPr>
          <a:xfrm>
            <a:off x="6444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17" name="PlaceHolder 3"/>
          <p:cNvSpPr>
            <a:spLocks noGrp="1"/>
          </p:cNvSpPr>
          <p:nvPr>
            <p:ph type="body"/>
          </p:nvPr>
        </p:nvSpPr>
        <p:spPr>
          <a:xfrm>
            <a:off x="2655000" y="3080880"/>
            <a:ext cx="1914480" cy="1332360"/>
          </a:xfrm>
          <a:prstGeom prst="rect">
            <a:avLst/>
          </a:prstGeom>
        </p:spPr>
        <p:txBody>
          <a:bodyPr lIns="0" rIns="0" tIns="0" bIns="0">
            <a:normAutofit/>
          </a:bodyPr>
          <a:p>
            <a:endParaRPr b="0" lang="en-US" sz="2800" spc="-1" strike="noStrike">
              <a:solidFill>
                <a:srgbClr val="1b1c1e"/>
              </a:solidFill>
              <a:latin typeface="Arial"/>
            </a:endParaRPr>
          </a:p>
        </p:txBody>
      </p:sp>
      <p:sp>
        <p:nvSpPr>
          <p:cNvPr id="18" name="PlaceHolder 4"/>
          <p:cNvSpPr>
            <a:spLocks noGrp="1"/>
          </p:cNvSpPr>
          <p:nvPr>
            <p:ph type="body"/>
          </p:nvPr>
        </p:nvSpPr>
        <p:spPr>
          <a:xfrm>
            <a:off x="644400" y="377712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20" name="PlaceHolder 2"/>
          <p:cNvSpPr>
            <a:spLocks noGrp="1"/>
          </p:cNvSpPr>
          <p:nvPr>
            <p:ph type="body"/>
          </p:nvPr>
        </p:nvSpPr>
        <p:spPr>
          <a:xfrm>
            <a:off x="644400" y="3080880"/>
            <a:ext cx="1914480" cy="1332360"/>
          </a:xfrm>
          <a:prstGeom prst="rect">
            <a:avLst/>
          </a:prstGeom>
        </p:spPr>
        <p:txBody>
          <a:bodyPr lIns="0" rIns="0" tIns="0" bIns="0">
            <a:normAutofit/>
          </a:bodyPr>
          <a:p>
            <a:endParaRPr b="0" lang="en-US" sz="2800" spc="-1" strike="noStrike">
              <a:solidFill>
                <a:srgbClr val="1b1c1e"/>
              </a:solidFill>
              <a:latin typeface="Arial"/>
            </a:endParaRPr>
          </a:p>
        </p:txBody>
      </p:sp>
      <p:sp>
        <p:nvSpPr>
          <p:cNvPr id="21" name="PlaceHolder 3"/>
          <p:cNvSpPr>
            <a:spLocks noGrp="1"/>
          </p:cNvSpPr>
          <p:nvPr>
            <p:ph type="body"/>
          </p:nvPr>
        </p:nvSpPr>
        <p:spPr>
          <a:xfrm>
            <a:off x="26550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22" name="PlaceHolder 4"/>
          <p:cNvSpPr>
            <a:spLocks noGrp="1"/>
          </p:cNvSpPr>
          <p:nvPr>
            <p:ph type="body"/>
          </p:nvPr>
        </p:nvSpPr>
        <p:spPr>
          <a:xfrm>
            <a:off x="2655000" y="377712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24" name="PlaceHolder 2"/>
          <p:cNvSpPr>
            <a:spLocks noGrp="1"/>
          </p:cNvSpPr>
          <p:nvPr>
            <p:ph type="body"/>
          </p:nvPr>
        </p:nvSpPr>
        <p:spPr>
          <a:xfrm>
            <a:off x="6444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25" name="PlaceHolder 3"/>
          <p:cNvSpPr>
            <a:spLocks noGrp="1"/>
          </p:cNvSpPr>
          <p:nvPr>
            <p:ph type="body"/>
          </p:nvPr>
        </p:nvSpPr>
        <p:spPr>
          <a:xfrm>
            <a:off x="26550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26" name="PlaceHolder 4"/>
          <p:cNvSpPr>
            <a:spLocks noGrp="1"/>
          </p:cNvSpPr>
          <p:nvPr>
            <p:ph type="body"/>
          </p:nvPr>
        </p:nvSpPr>
        <p:spPr>
          <a:xfrm>
            <a:off x="644400" y="3777120"/>
            <a:ext cx="3923640" cy="635400"/>
          </a:xfrm>
          <a:prstGeom prst="rect">
            <a:avLst/>
          </a:prstGeom>
        </p:spPr>
        <p:txBody>
          <a:bodyPr lIns="0" rIns="0" tIns="0" bIns="0">
            <a:normAutofit/>
          </a:bodyPr>
          <a:p>
            <a:endParaRPr b="0" lang="en-US" sz="2800" spc="-1" strike="noStrike">
              <a:solidFill>
                <a:srgbClr val="1b1c1e"/>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28" name="PlaceHolder 2"/>
          <p:cNvSpPr>
            <a:spLocks noGrp="1"/>
          </p:cNvSpPr>
          <p:nvPr>
            <p:ph type="body"/>
          </p:nvPr>
        </p:nvSpPr>
        <p:spPr>
          <a:xfrm>
            <a:off x="644400" y="3080880"/>
            <a:ext cx="3923640" cy="635400"/>
          </a:xfrm>
          <a:prstGeom prst="rect">
            <a:avLst/>
          </a:prstGeom>
        </p:spPr>
        <p:txBody>
          <a:bodyPr lIns="0" rIns="0" tIns="0" bIns="0">
            <a:normAutofit/>
          </a:bodyPr>
          <a:p>
            <a:endParaRPr b="0" lang="en-US" sz="2800" spc="-1" strike="noStrike">
              <a:solidFill>
                <a:srgbClr val="1b1c1e"/>
              </a:solidFill>
              <a:latin typeface="Arial"/>
            </a:endParaRPr>
          </a:p>
        </p:txBody>
      </p:sp>
      <p:sp>
        <p:nvSpPr>
          <p:cNvPr id="29" name="PlaceHolder 3"/>
          <p:cNvSpPr>
            <a:spLocks noGrp="1"/>
          </p:cNvSpPr>
          <p:nvPr>
            <p:ph type="body"/>
          </p:nvPr>
        </p:nvSpPr>
        <p:spPr>
          <a:xfrm>
            <a:off x="644400" y="3777120"/>
            <a:ext cx="3923640" cy="635400"/>
          </a:xfrm>
          <a:prstGeom prst="rect">
            <a:avLst/>
          </a:prstGeom>
        </p:spPr>
        <p:txBody>
          <a:bodyPr lIns="0" rIns="0" tIns="0" bIns="0">
            <a:normAutofit/>
          </a:bodyPr>
          <a:p>
            <a:endParaRPr b="0" lang="en-US" sz="2800" spc="-1" strike="noStrike">
              <a:solidFill>
                <a:srgbClr val="1b1c1e"/>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31" name="PlaceHolder 2"/>
          <p:cNvSpPr>
            <a:spLocks noGrp="1"/>
          </p:cNvSpPr>
          <p:nvPr>
            <p:ph type="body"/>
          </p:nvPr>
        </p:nvSpPr>
        <p:spPr>
          <a:xfrm>
            <a:off x="6444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32" name="PlaceHolder 3"/>
          <p:cNvSpPr>
            <a:spLocks noGrp="1"/>
          </p:cNvSpPr>
          <p:nvPr>
            <p:ph type="body"/>
          </p:nvPr>
        </p:nvSpPr>
        <p:spPr>
          <a:xfrm>
            <a:off x="26550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33" name="PlaceHolder 4"/>
          <p:cNvSpPr>
            <a:spLocks noGrp="1"/>
          </p:cNvSpPr>
          <p:nvPr>
            <p:ph type="body"/>
          </p:nvPr>
        </p:nvSpPr>
        <p:spPr>
          <a:xfrm>
            <a:off x="644400" y="377712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34" name="PlaceHolder 5"/>
          <p:cNvSpPr>
            <a:spLocks noGrp="1"/>
          </p:cNvSpPr>
          <p:nvPr>
            <p:ph type="body"/>
          </p:nvPr>
        </p:nvSpPr>
        <p:spPr>
          <a:xfrm>
            <a:off x="2655000" y="377712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36" name="PlaceHolder 2"/>
          <p:cNvSpPr>
            <a:spLocks noGrp="1"/>
          </p:cNvSpPr>
          <p:nvPr>
            <p:ph type="body"/>
          </p:nvPr>
        </p:nvSpPr>
        <p:spPr>
          <a:xfrm>
            <a:off x="644400" y="308088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
        <p:nvSpPr>
          <p:cNvPr id="37" name="PlaceHolder 3"/>
          <p:cNvSpPr>
            <a:spLocks noGrp="1"/>
          </p:cNvSpPr>
          <p:nvPr>
            <p:ph type="body"/>
          </p:nvPr>
        </p:nvSpPr>
        <p:spPr>
          <a:xfrm>
            <a:off x="1971360" y="308088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
        <p:nvSpPr>
          <p:cNvPr id="38" name="PlaceHolder 4"/>
          <p:cNvSpPr>
            <a:spLocks noGrp="1"/>
          </p:cNvSpPr>
          <p:nvPr>
            <p:ph type="body"/>
          </p:nvPr>
        </p:nvSpPr>
        <p:spPr>
          <a:xfrm>
            <a:off x="3297960" y="308088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
        <p:nvSpPr>
          <p:cNvPr id="39" name="PlaceHolder 5"/>
          <p:cNvSpPr>
            <a:spLocks noGrp="1"/>
          </p:cNvSpPr>
          <p:nvPr>
            <p:ph type="body"/>
          </p:nvPr>
        </p:nvSpPr>
        <p:spPr>
          <a:xfrm>
            <a:off x="644400" y="377712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
        <p:nvSpPr>
          <p:cNvPr id="40" name="PlaceHolder 6"/>
          <p:cNvSpPr>
            <a:spLocks noGrp="1"/>
          </p:cNvSpPr>
          <p:nvPr>
            <p:ph type="body"/>
          </p:nvPr>
        </p:nvSpPr>
        <p:spPr>
          <a:xfrm>
            <a:off x="1971360" y="377712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
        <p:nvSpPr>
          <p:cNvPr id="41" name="PlaceHolder 7"/>
          <p:cNvSpPr>
            <a:spLocks noGrp="1"/>
          </p:cNvSpPr>
          <p:nvPr>
            <p:ph type="body"/>
          </p:nvPr>
        </p:nvSpPr>
        <p:spPr>
          <a:xfrm>
            <a:off x="3297960" y="377712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51" name="PlaceHolder 2"/>
          <p:cNvSpPr>
            <a:spLocks noGrp="1"/>
          </p:cNvSpPr>
          <p:nvPr>
            <p:ph type="subTitle"/>
          </p:nvPr>
        </p:nvSpPr>
        <p:spPr>
          <a:xfrm>
            <a:off x="644400" y="3080880"/>
            <a:ext cx="3923640" cy="1332360"/>
          </a:xfrm>
          <a:prstGeom prst="rect">
            <a:avLst/>
          </a:prstGeom>
        </p:spPr>
        <p:txBody>
          <a:bodyPr lIns="0" rIns="0" tIns="0" bIns="0" anchor="ctr">
            <a:noAutofit/>
          </a:bodyPr>
          <a:p>
            <a:pPr algn="ctr"/>
            <a:endParaRPr b="0" lang="en-CA"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53" name="PlaceHolder 2"/>
          <p:cNvSpPr>
            <a:spLocks noGrp="1"/>
          </p:cNvSpPr>
          <p:nvPr>
            <p:ph type="body"/>
          </p:nvPr>
        </p:nvSpPr>
        <p:spPr>
          <a:xfrm>
            <a:off x="644400" y="3080880"/>
            <a:ext cx="3923640" cy="1332360"/>
          </a:xfrm>
          <a:prstGeom prst="rect">
            <a:avLst/>
          </a:prstGeom>
        </p:spPr>
        <p:txBody>
          <a:bodyPr lIns="0" rIns="0" tIns="0" bIns="0">
            <a:normAutofit/>
          </a:bodyPr>
          <a:p>
            <a:endParaRPr b="0" lang="en-US" sz="2800" spc="-1" strike="noStrike">
              <a:solidFill>
                <a:srgbClr val="1b1c1e"/>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55" name="PlaceHolder 2"/>
          <p:cNvSpPr>
            <a:spLocks noGrp="1"/>
          </p:cNvSpPr>
          <p:nvPr>
            <p:ph type="body"/>
          </p:nvPr>
        </p:nvSpPr>
        <p:spPr>
          <a:xfrm>
            <a:off x="644400" y="3080880"/>
            <a:ext cx="1914480" cy="1332360"/>
          </a:xfrm>
          <a:prstGeom prst="rect">
            <a:avLst/>
          </a:prstGeom>
        </p:spPr>
        <p:txBody>
          <a:bodyPr lIns="0" rIns="0" tIns="0" bIns="0">
            <a:normAutofit/>
          </a:bodyPr>
          <a:p>
            <a:endParaRPr b="0" lang="en-US" sz="2800" spc="-1" strike="noStrike">
              <a:solidFill>
                <a:srgbClr val="1b1c1e"/>
              </a:solidFill>
              <a:latin typeface="Arial"/>
            </a:endParaRPr>
          </a:p>
        </p:txBody>
      </p:sp>
      <p:sp>
        <p:nvSpPr>
          <p:cNvPr id="56" name="PlaceHolder 3"/>
          <p:cNvSpPr>
            <a:spLocks noGrp="1"/>
          </p:cNvSpPr>
          <p:nvPr>
            <p:ph type="body"/>
          </p:nvPr>
        </p:nvSpPr>
        <p:spPr>
          <a:xfrm>
            <a:off x="2655000" y="3080880"/>
            <a:ext cx="1914480" cy="1332360"/>
          </a:xfrm>
          <a:prstGeom prst="rect">
            <a:avLst/>
          </a:prstGeom>
        </p:spPr>
        <p:txBody>
          <a:bodyPr lIns="0" rIns="0" tIns="0" bIns="0">
            <a:normAutofit/>
          </a:bodyPr>
          <a:p>
            <a:endParaRPr b="0" lang="en-US" sz="2800" spc="-1" strike="noStrike">
              <a:solidFill>
                <a:srgbClr val="1b1c1e"/>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8"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CA"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60" name="PlaceHolder 2"/>
          <p:cNvSpPr>
            <a:spLocks noGrp="1"/>
          </p:cNvSpPr>
          <p:nvPr>
            <p:ph type="body"/>
          </p:nvPr>
        </p:nvSpPr>
        <p:spPr>
          <a:xfrm>
            <a:off x="6444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61" name="PlaceHolder 3"/>
          <p:cNvSpPr>
            <a:spLocks noGrp="1"/>
          </p:cNvSpPr>
          <p:nvPr>
            <p:ph type="body"/>
          </p:nvPr>
        </p:nvSpPr>
        <p:spPr>
          <a:xfrm>
            <a:off x="2655000" y="3080880"/>
            <a:ext cx="1914480" cy="1332360"/>
          </a:xfrm>
          <a:prstGeom prst="rect">
            <a:avLst/>
          </a:prstGeom>
        </p:spPr>
        <p:txBody>
          <a:bodyPr lIns="0" rIns="0" tIns="0" bIns="0">
            <a:normAutofit/>
          </a:bodyPr>
          <a:p>
            <a:endParaRPr b="0" lang="en-US" sz="2800" spc="-1" strike="noStrike">
              <a:solidFill>
                <a:srgbClr val="1b1c1e"/>
              </a:solidFill>
              <a:latin typeface="Arial"/>
            </a:endParaRPr>
          </a:p>
        </p:txBody>
      </p:sp>
      <p:sp>
        <p:nvSpPr>
          <p:cNvPr id="62" name="PlaceHolder 4"/>
          <p:cNvSpPr>
            <a:spLocks noGrp="1"/>
          </p:cNvSpPr>
          <p:nvPr>
            <p:ph type="body"/>
          </p:nvPr>
        </p:nvSpPr>
        <p:spPr>
          <a:xfrm>
            <a:off x="644400" y="377712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64" name="PlaceHolder 2"/>
          <p:cNvSpPr>
            <a:spLocks noGrp="1"/>
          </p:cNvSpPr>
          <p:nvPr>
            <p:ph type="body"/>
          </p:nvPr>
        </p:nvSpPr>
        <p:spPr>
          <a:xfrm>
            <a:off x="644400" y="3080880"/>
            <a:ext cx="1914480" cy="1332360"/>
          </a:xfrm>
          <a:prstGeom prst="rect">
            <a:avLst/>
          </a:prstGeom>
        </p:spPr>
        <p:txBody>
          <a:bodyPr lIns="0" rIns="0" tIns="0" bIns="0">
            <a:normAutofit/>
          </a:bodyPr>
          <a:p>
            <a:endParaRPr b="0" lang="en-US" sz="2800" spc="-1" strike="noStrike">
              <a:solidFill>
                <a:srgbClr val="1b1c1e"/>
              </a:solidFill>
              <a:latin typeface="Arial"/>
            </a:endParaRPr>
          </a:p>
        </p:txBody>
      </p:sp>
      <p:sp>
        <p:nvSpPr>
          <p:cNvPr id="65" name="PlaceHolder 3"/>
          <p:cNvSpPr>
            <a:spLocks noGrp="1"/>
          </p:cNvSpPr>
          <p:nvPr>
            <p:ph type="body"/>
          </p:nvPr>
        </p:nvSpPr>
        <p:spPr>
          <a:xfrm>
            <a:off x="26550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66" name="PlaceHolder 4"/>
          <p:cNvSpPr>
            <a:spLocks noGrp="1"/>
          </p:cNvSpPr>
          <p:nvPr>
            <p:ph type="body"/>
          </p:nvPr>
        </p:nvSpPr>
        <p:spPr>
          <a:xfrm>
            <a:off x="2655000" y="377712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68" name="PlaceHolder 2"/>
          <p:cNvSpPr>
            <a:spLocks noGrp="1"/>
          </p:cNvSpPr>
          <p:nvPr>
            <p:ph type="body"/>
          </p:nvPr>
        </p:nvSpPr>
        <p:spPr>
          <a:xfrm>
            <a:off x="6444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69" name="PlaceHolder 3"/>
          <p:cNvSpPr>
            <a:spLocks noGrp="1"/>
          </p:cNvSpPr>
          <p:nvPr>
            <p:ph type="body"/>
          </p:nvPr>
        </p:nvSpPr>
        <p:spPr>
          <a:xfrm>
            <a:off x="26550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70" name="PlaceHolder 4"/>
          <p:cNvSpPr>
            <a:spLocks noGrp="1"/>
          </p:cNvSpPr>
          <p:nvPr>
            <p:ph type="body"/>
          </p:nvPr>
        </p:nvSpPr>
        <p:spPr>
          <a:xfrm>
            <a:off x="644400" y="3777120"/>
            <a:ext cx="3923640" cy="635400"/>
          </a:xfrm>
          <a:prstGeom prst="rect">
            <a:avLst/>
          </a:prstGeom>
        </p:spPr>
        <p:txBody>
          <a:bodyPr lIns="0" rIns="0" tIns="0" bIns="0">
            <a:normAutofit/>
          </a:bodyPr>
          <a:p>
            <a:endParaRPr b="0" lang="en-US" sz="2800" spc="-1" strike="noStrike">
              <a:solidFill>
                <a:srgbClr val="1b1c1e"/>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72" name="PlaceHolder 2"/>
          <p:cNvSpPr>
            <a:spLocks noGrp="1"/>
          </p:cNvSpPr>
          <p:nvPr>
            <p:ph type="body"/>
          </p:nvPr>
        </p:nvSpPr>
        <p:spPr>
          <a:xfrm>
            <a:off x="644400" y="3080880"/>
            <a:ext cx="3923640" cy="635400"/>
          </a:xfrm>
          <a:prstGeom prst="rect">
            <a:avLst/>
          </a:prstGeom>
        </p:spPr>
        <p:txBody>
          <a:bodyPr lIns="0" rIns="0" tIns="0" bIns="0">
            <a:normAutofit/>
          </a:bodyPr>
          <a:p>
            <a:endParaRPr b="0" lang="en-US" sz="2800" spc="-1" strike="noStrike">
              <a:solidFill>
                <a:srgbClr val="1b1c1e"/>
              </a:solidFill>
              <a:latin typeface="Arial"/>
            </a:endParaRPr>
          </a:p>
        </p:txBody>
      </p:sp>
      <p:sp>
        <p:nvSpPr>
          <p:cNvPr id="73" name="PlaceHolder 3"/>
          <p:cNvSpPr>
            <a:spLocks noGrp="1"/>
          </p:cNvSpPr>
          <p:nvPr>
            <p:ph type="body"/>
          </p:nvPr>
        </p:nvSpPr>
        <p:spPr>
          <a:xfrm>
            <a:off x="644400" y="3777120"/>
            <a:ext cx="3923640" cy="635400"/>
          </a:xfrm>
          <a:prstGeom prst="rect">
            <a:avLst/>
          </a:prstGeom>
        </p:spPr>
        <p:txBody>
          <a:bodyPr lIns="0" rIns="0" tIns="0" bIns="0">
            <a:normAutofit/>
          </a:bodyPr>
          <a:p>
            <a:endParaRPr b="0" lang="en-US" sz="2800" spc="-1" strike="noStrike">
              <a:solidFill>
                <a:srgbClr val="1b1c1e"/>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75" name="PlaceHolder 2"/>
          <p:cNvSpPr>
            <a:spLocks noGrp="1"/>
          </p:cNvSpPr>
          <p:nvPr>
            <p:ph type="body"/>
          </p:nvPr>
        </p:nvSpPr>
        <p:spPr>
          <a:xfrm>
            <a:off x="6444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76" name="PlaceHolder 3"/>
          <p:cNvSpPr>
            <a:spLocks noGrp="1"/>
          </p:cNvSpPr>
          <p:nvPr>
            <p:ph type="body"/>
          </p:nvPr>
        </p:nvSpPr>
        <p:spPr>
          <a:xfrm>
            <a:off x="26550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77" name="PlaceHolder 4"/>
          <p:cNvSpPr>
            <a:spLocks noGrp="1"/>
          </p:cNvSpPr>
          <p:nvPr>
            <p:ph type="body"/>
          </p:nvPr>
        </p:nvSpPr>
        <p:spPr>
          <a:xfrm>
            <a:off x="644400" y="377712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78" name="PlaceHolder 5"/>
          <p:cNvSpPr>
            <a:spLocks noGrp="1"/>
          </p:cNvSpPr>
          <p:nvPr>
            <p:ph type="body"/>
          </p:nvPr>
        </p:nvSpPr>
        <p:spPr>
          <a:xfrm>
            <a:off x="2655000" y="377712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80" name="PlaceHolder 2"/>
          <p:cNvSpPr>
            <a:spLocks noGrp="1"/>
          </p:cNvSpPr>
          <p:nvPr>
            <p:ph type="body"/>
          </p:nvPr>
        </p:nvSpPr>
        <p:spPr>
          <a:xfrm>
            <a:off x="644400" y="308088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
        <p:nvSpPr>
          <p:cNvPr id="81" name="PlaceHolder 3"/>
          <p:cNvSpPr>
            <a:spLocks noGrp="1"/>
          </p:cNvSpPr>
          <p:nvPr>
            <p:ph type="body"/>
          </p:nvPr>
        </p:nvSpPr>
        <p:spPr>
          <a:xfrm>
            <a:off x="1971360" y="308088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
        <p:nvSpPr>
          <p:cNvPr id="82" name="PlaceHolder 4"/>
          <p:cNvSpPr>
            <a:spLocks noGrp="1"/>
          </p:cNvSpPr>
          <p:nvPr>
            <p:ph type="body"/>
          </p:nvPr>
        </p:nvSpPr>
        <p:spPr>
          <a:xfrm>
            <a:off x="3297960" y="308088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
        <p:nvSpPr>
          <p:cNvPr id="83" name="PlaceHolder 5"/>
          <p:cNvSpPr>
            <a:spLocks noGrp="1"/>
          </p:cNvSpPr>
          <p:nvPr>
            <p:ph type="body"/>
          </p:nvPr>
        </p:nvSpPr>
        <p:spPr>
          <a:xfrm>
            <a:off x="644400" y="377712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
        <p:nvSpPr>
          <p:cNvPr id="84" name="PlaceHolder 6"/>
          <p:cNvSpPr>
            <a:spLocks noGrp="1"/>
          </p:cNvSpPr>
          <p:nvPr>
            <p:ph type="body"/>
          </p:nvPr>
        </p:nvSpPr>
        <p:spPr>
          <a:xfrm>
            <a:off x="1971360" y="377712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
        <p:nvSpPr>
          <p:cNvPr id="85" name="PlaceHolder 7"/>
          <p:cNvSpPr>
            <a:spLocks noGrp="1"/>
          </p:cNvSpPr>
          <p:nvPr>
            <p:ph type="body"/>
          </p:nvPr>
        </p:nvSpPr>
        <p:spPr>
          <a:xfrm>
            <a:off x="3297960" y="377712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95" name="PlaceHolder 2"/>
          <p:cNvSpPr>
            <a:spLocks noGrp="1"/>
          </p:cNvSpPr>
          <p:nvPr>
            <p:ph type="subTitle"/>
          </p:nvPr>
        </p:nvSpPr>
        <p:spPr>
          <a:xfrm>
            <a:off x="644400" y="3080880"/>
            <a:ext cx="3923640" cy="1332360"/>
          </a:xfrm>
          <a:prstGeom prst="rect">
            <a:avLst/>
          </a:prstGeom>
        </p:spPr>
        <p:txBody>
          <a:bodyPr lIns="0" rIns="0" tIns="0" bIns="0" anchor="ctr">
            <a:noAutofit/>
          </a:bodyPr>
          <a:p>
            <a:pPr algn="ctr"/>
            <a:endParaRPr b="0" lang="en-CA"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97" name="PlaceHolder 2"/>
          <p:cNvSpPr>
            <a:spLocks noGrp="1"/>
          </p:cNvSpPr>
          <p:nvPr>
            <p:ph type="body"/>
          </p:nvPr>
        </p:nvSpPr>
        <p:spPr>
          <a:xfrm>
            <a:off x="644400" y="3080880"/>
            <a:ext cx="3923640" cy="1332360"/>
          </a:xfrm>
          <a:prstGeom prst="rect">
            <a:avLst/>
          </a:prstGeom>
        </p:spPr>
        <p:txBody>
          <a:bodyPr lIns="0" rIns="0" tIns="0" bIns="0">
            <a:normAutofit/>
          </a:bodyPr>
          <a:p>
            <a:endParaRPr b="0" lang="en-US" sz="2800" spc="-1" strike="noStrike">
              <a:solidFill>
                <a:srgbClr val="1b1c1e"/>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99" name="PlaceHolder 2"/>
          <p:cNvSpPr>
            <a:spLocks noGrp="1"/>
          </p:cNvSpPr>
          <p:nvPr>
            <p:ph type="body"/>
          </p:nvPr>
        </p:nvSpPr>
        <p:spPr>
          <a:xfrm>
            <a:off x="644400" y="3080880"/>
            <a:ext cx="1914480" cy="1332360"/>
          </a:xfrm>
          <a:prstGeom prst="rect">
            <a:avLst/>
          </a:prstGeom>
        </p:spPr>
        <p:txBody>
          <a:bodyPr lIns="0" rIns="0" tIns="0" bIns="0">
            <a:normAutofit/>
          </a:bodyPr>
          <a:p>
            <a:endParaRPr b="0" lang="en-US" sz="2800" spc="-1" strike="noStrike">
              <a:solidFill>
                <a:srgbClr val="1b1c1e"/>
              </a:solidFill>
              <a:latin typeface="Arial"/>
            </a:endParaRPr>
          </a:p>
        </p:txBody>
      </p:sp>
      <p:sp>
        <p:nvSpPr>
          <p:cNvPr id="100" name="PlaceHolder 3"/>
          <p:cNvSpPr>
            <a:spLocks noGrp="1"/>
          </p:cNvSpPr>
          <p:nvPr>
            <p:ph type="body"/>
          </p:nvPr>
        </p:nvSpPr>
        <p:spPr>
          <a:xfrm>
            <a:off x="2655000" y="3080880"/>
            <a:ext cx="1914480" cy="1332360"/>
          </a:xfrm>
          <a:prstGeom prst="rect">
            <a:avLst/>
          </a:prstGeom>
        </p:spPr>
        <p:txBody>
          <a:bodyPr lIns="0" rIns="0" tIns="0" bIns="0">
            <a:normAutofit/>
          </a:bodyPr>
          <a:p>
            <a:endParaRPr b="0" lang="en-US" sz="2800" spc="-1" strike="noStrike">
              <a:solidFill>
                <a:srgbClr val="1b1c1e"/>
              </a:solid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2"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CA"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104" name="PlaceHolder 2"/>
          <p:cNvSpPr>
            <a:spLocks noGrp="1"/>
          </p:cNvSpPr>
          <p:nvPr>
            <p:ph type="body"/>
          </p:nvPr>
        </p:nvSpPr>
        <p:spPr>
          <a:xfrm>
            <a:off x="6444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105" name="PlaceHolder 3"/>
          <p:cNvSpPr>
            <a:spLocks noGrp="1"/>
          </p:cNvSpPr>
          <p:nvPr>
            <p:ph type="body"/>
          </p:nvPr>
        </p:nvSpPr>
        <p:spPr>
          <a:xfrm>
            <a:off x="2655000" y="3080880"/>
            <a:ext cx="1914480" cy="1332360"/>
          </a:xfrm>
          <a:prstGeom prst="rect">
            <a:avLst/>
          </a:prstGeom>
        </p:spPr>
        <p:txBody>
          <a:bodyPr lIns="0" rIns="0" tIns="0" bIns="0">
            <a:normAutofit/>
          </a:bodyPr>
          <a:p>
            <a:endParaRPr b="0" lang="en-US" sz="2800" spc="-1" strike="noStrike">
              <a:solidFill>
                <a:srgbClr val="1b1c1e"/>
              </a:solidFill>
              <a:latin typeface="Arial"/>
            </a:endParaRPr>
          </a:p>
        </p:txBody>
      </p:sp>
      <p:sp>
        <p:nvSpPr>
          <p:cNvPr id="106" name="PlaceHolder 4"/>
          <p:cNvSpPr>
            <a:spLocks noGrp="1"/>
          </p:cNvSpPr>
          <p:nvPr>
            <p:ph type="body"/>
          </p:nvPr>
        </p:nvSpPr>
        <p:spPr>
          <a:xfrm>
            <a:off x="644400" y="377712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108" name="PlaceHolder 2"/>
          <p:cNvSpPr>
            <a:spLocks noGrp="1"/>
          </p:cNvSpPr>
          <p:nvPr>
            <p:ph type="body"/>
          </p:nvPr>
        </p:nvSpPr>
        <p:spPr>
          <a:xfrm>
            <a:off x="644400" y="3080880"/>
            <a:ext cx="1914480" cy="1332360"/>
          </a:xfrm>
          <a:prstGeom prst="rect">
            <a:avLst/>
          </a:prstGeom>
        </p:spPr>
        <p:txBody>
          <a:bodyPr lIns="0" rIns="0" tIns="0" bIns="0">
            <a:normAutofit/>
          </a:bodyPr>
          <a:p>
            <a:endParaRPr b="0" lang="en-US" sz="2800" spc="-1" strike="noStrike">
              <a:solidFill>
                <a:srgbClr val="1b1c1e"/>
              </a:solidFill>
              <a:latin typeface="Arial"/>
            </a:endParaRPr>
          </a:p>
        </p:txBody>
      </p:sp>
      <p:sp>
        <p:nvSpPr>
          <p:cNvPr id="109" name="PlaceHolder 3"/>
          <p:cNvSpPr>
            <a:spLocks noGrp="1"/>
          </p:cNvSpPr>
          <p:nvPr>
            <p:ph type="body"/>
          </p:nvPr>
        </p:nvSpPr>
        <p:spPr>
          <a:xfrm>
            <a:off x="26550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110" name="PlaceHolder 4"/>
          <p:cNvSpPr>
            <a:spLocks noGrp="1"/>
          </p:cNvSpPr>
          <p:nvPr>
            <p:ph type="body"/>
          </p:nvPr>
        </p:nvSpPr>
        <p:spPr>
          <a:xfrm>
            <a:off x="2655000" y="377712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112" name="PlaceHolder 2"/>
          <p:cNvSpPr>
            <a:spLocks noGrp="1"/>
          </p:cNvSpPr>
          <p:nvPr>
            <p:ph type="body"/>
          </p:nvPr>
        </p:nvSpPr>
        <p:spPr>
          <a:xfrm>
            <a:off x="6444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113" name="PlaceHolder 3"/>
          <p:cNvSpPr>
            <a:spLocks noGrp="1"/>
          </p:cNvSpPr>
          <p:nvPr>
            <p:ph type="body"/>
          </p:nvPr>
        </p:nvSpPr>
        <p:spPr>
          <a:xfrm>
            <a:off x="26550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114" name="PlaceHolder 4"/>
          <p:cNvSpPr>
            <a:spLocks noGrp="1"/>
          </p:cNvSpPr>
          <p:nvPr>
            <p:ph type="body"/>
          </p:nvPr>
        </p:nvSpPr>
        <p:spPr>
          <a:xfrm>
            <a:off x="644400" y="3777120"/>
            <a:ext cx="3923640" cy="635400"/>
          </a:xfrm>
          <a:prstGeom prst="rect">
            <a:avLst/>
          </a:prstGeom>
        </p:spPr>
        <p:txBody>
          <a:bodyPr lIns="0" rIns="0" tIns="0" bIns="0">
            <a:normAutofit/>
          </a:bodyPr>
          <a:p>
            <a:endParaRPr b="0" lang="en-US" sz="2800" spc="-1" strike="noStrike">
              <a:solidFill>
                <a:srgbClr val="1b1c1e"/>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116" name="PlaceHolder 2"/>
          <p:cNvSpPr>
            <a:spLocks noGrp="1"/>
          </p:cNvSpPr>
          <p:nvPr>
            <p:ph type="body"/>
          </p:nvPr>
        </p:nvSpPr>
        <p:spPr>
          <a:xfrm>
            <a:off x="644400" y="3080880"/>
            <a:ext cx="3923640" cy="635400"/>
          </a:xfrm>
          <a:prstGeom prst="rect">
            <a:avLst/>
          </a:prstGeom>
        </p:spPr>
        <p:txBody>
          <a:bodyPr lIns="0" rIns="0" tIns="0" bIns="0">
            <a:normAutofit/>
          </a:bodyPr>
          <a:p>
            <a:endParaRPr b="0" lang="en-US" sz="2800" spc="-1" strike="noStrike">
              <a:solidFill>
                <a:srgbClr val="1b1c1e"/>
              </a:solidFill>
              <a:latin typeface="Arial"/>
            </a:endParaRPr>
          </a:p>
        </p:txBody>
      </p:sp>
      <p:sp>
        <p:nvSpPr>
          <p:cNvPr id="117" name="PlaceHolder 3"/>
          <p:cNvSpPr>
            <a:spLocks noGrp="1"/>
          </p:cNvSpPr>
          <p:nvPr>
            <p:ph type="body"/>
          </p:nvPr>
        </p:nvSpPr>
        <p:spPr>
          <a:xfrm>
            <a:off x="644400" y="3777120"/>
            <a:ext cx="3923640" cy="635400"/>
          </a:xfrm>
          <a:prstGeom prst="rect">
            <a:avLst/>
          </a:prstGeom>
        </p:spPr>
        <p:txBody>
          <a:bodyPr lIns="0" rIns="0" tIns="0" bIns="0">
            <a:normAutofit/>
          </a:bodyPr>
          <a:p>
            <a:endParaRPr b="0" lang="en-US" sz="2800" spc="-1" strike="noStrike">
              <a:solidFill>
                <a:srgbClr val="1b1c1e"/>
              </a:solid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119" name="PlaceHolder 2"/>
          <p:cNvSpPr>
            <a:spLocks noGrp="1"/>
          </p:cNvSpPr>
          <p:nvPr>
            <p:ph type="body"/>
          </p:nvPr>
        </p:nvSpPr>
        <p:spPr>
          <a:xfrm>
            <a:off x="6444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120" name="PlaceHolder 3"/>
          <p:cNvSpPr>
            <a:spLocks noGrp="1"/>
          </p:cNvSpPr>
          <p:nvPr>
            <p:ph type="body"/>
          </p:nvPr>
        </p:nvSpPr>
        <p:spPr>
          <a:xfrm>
            <a:off x="26550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121" name="PlaceHolder 4"/>
          <p:cNvSpPr>
            <a:spLocks noGrp="1"/>
          </p:cNvSpPr>
          <p:nvPr>
            <p:ph type="body"/>
          </p:nvPr>
        </p:nvSpPr>
        <p:spPr>
          <a:xfrm>
            <a:off x="644400" y="377712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122" name="PlaceHolder 5"/>
          <p:cNvSpPr>
            <a:spLocks noGrp="1"/>
          </p:cNvSpPr>
          <p:nvPr>
            <p:ph type="body"/>
          </p:nvPr>
        </p:nvSpPr>
        <p:spPr>
          <a:xfrm>
            <a:off x="2655000" y="377712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124" name="PlaceHolder 2"/>
          <p:cNvSpPr>
            <a:spLocks noGrp="1"/>
          </p:cNvSpPr>
          <p:nvPr>
            <p:ph type="body"/>
          </p:nvPr>
        </p:nvSpPr>
        <p:spPr>
          <a:xfrm>
            <a:off x="644400" y="308088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
        <p:nvSpPr>
          <p:cNvPr id="125" name="PlaceHolder 3"/>
          <p:cNvSpPr>
            <a:spLocks noGrp="1"/>
          </p:cNvSpPr>
          <p:nvPr>
            <p:ph type="body"/>
          </p:nvPr>
        </p:nvSpPr>
        <p:spPr>
          <a:xfrm>
            <a:off x="1971360" y="308088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
        <p:nvSpPr>
          <p:cNvPr id="126" name="PlaceHolder 4"/>
          <p:cNvSpPr>
            <a:spLocks noGrp="1"/>
          </p:cNvSpPr>
          <p:nvPr>
            <p:ph type="body"/>
          </p:nvPr>
        </p:nvSpPr>
        <p:spPr>
          <a:xfrm>
            <a:off x="3297960" y="308088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
        <p:nvSpPr>
          <p:cNvPr id="127" name="PlaceHolder 5"/>
          <p:cNvSpPr>
            <a:spLocks noGrp="1"/>
          </p:cNvSpPr>
          <p:nvPr>
            <p:ph type="body"/>
          </p:nvPr>
        </p:nvSpPr>
        <p:spPr>
          <a:xfrm>
            <a:off x="644400" y="377712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
        <p:nvSpPr>
          <p:cNvPr id="128" name="PlaceHolder 6"/>
          <p:cNvSpPr>
            <a:spLocks noGrp="1"/>
          </p:cNvSpPr>
          <p:nvPr>
            <p:ph type="body"/>
          </p:nvPr>
        </p:nvSpPr>
        <p:spPr>
          <a:xfrm>
            <a:off x="1971360" y="377712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
        <p:nvSpPr>
          <p:cNvPr id="129" name="PlaceHolder 7"/>
          <p:cNvSpPr>
            <a:spLocks noGrp="1"/>
          </p:cNvSpPr>
          <p:nvPr>
            <p:ph type="body"/>
          </p:nvPr>
        </p:nvSpPr>
        <p:spPr>
          <a:xfrm>
            <a:off x="3297960" y="377712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3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137" name="PlaceHolder 2"/>
          <p:cNvSpPr>
            <a:spLocks noGrp="1"/>
          </p:cNvSpPr>
          <p:nvPr>
            <p:ph type="subTitle"/>
          </p:nvPr>
        </p:nvSpPr>
        <p:spPr>
          <a:xfrm>
            <a:off x="644400" y="3080880"/>
            <a:ext cx="3923640" cy="1332360"/>
          </a:xfrm>
          <a:prstGeom prst="rect">
            <a:avLst/>
          </a:prstGeom>
        </p:spPr>
        <p:txBody>
          <a:bodyPr lIns="0" rIns="0" tIns="0" bIns="0" anchor="ctr">
            <a:noAutofit/>
          </a:bodyPr>
          <a:p>
            <a:pPr algn="ctr"/>
            <a:endParaRPr b="0" lang="en-CA"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139" name="PlaceHolder 2"/>
          <p:cNvSpPr>
            <a:spLocks noGrp="1"/>
          </p:cNvSpPr>
          <p:nvPr>
            <p:ph type="body"/>
          </p:nvPr>
        </p:nvSpPr>
        <p:spPr>
          <a:xfrm>
            <a:off x="644400" y="3080880"/>
            <a:ext cx="3923640" cy="1332360"/>
          </a:xfrm>
          <a:prstGeom prst="rect">
            <a:avLst/>
          </a:prstGeom>
        </p:spPr>
        <p:txBody>
          <a:bodyPr lIns="0" rIns="0" tIns="0" bIns="0">
            <a:normAutofit/>
          </a:bodyPr>
          <a:p>
            <a:endParaRPr b="0" lang="en-US" sz="2800" spc="-1" strike="noStrike">
              <a:solidFill>
                <a:srgbClr val="1b1c1e"/>
              </a:solid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141" name="PlaceHolder 2"/>
          <p:cNvSpPr>
            <a:spLocks noGrp="1"/>
          </p:cNvSpPr>
          <p:nvPr>
            <p:ph type="body"/>
          </p:nvPr>
        </p:nvSpPr>
        <p:spPr>
          <a:xfrm>
            <a:off x="644400" y="3080880"/>
            <a:ext cx="1914480" cy="1332360"/>
          </a:xfrm>
          <a:prstGeom prst="rect">
            <a:avLst/>
          </a:prstGeom>
        </p:spPr>
        <p:txBody>
          <a:bodyPr lIns="0" rIns="0" tIns="0" bIns="0">
            <a:normAutofit/>
          </a:bodyPr>
          <a:p>
            <a:endParaRPr b="0" lang="en-US" sz="2800" spc="-1" strike="noStrike">
              <a:solidFill>
                <a:srgbClr val="1b1c1e"/>
              </a:solidFill>
              <a:latin typeface="Arial"/>
            </a:endParaRPr>
          </a:p>
        </p:txBody>
      </p:sp>
      <p:sp>
        <p:nvSpPr>
          <p:cNvPr id="142" name="PlaceHolder 3"/>
          <p:cNvSpPr>
            <a:spLocks noGrp="1"/>
          </p:cNvSpPr>
          <p:nvPr>
            <p:ph type="body"/>
          </p:nvPr>
        </p:nvSpPr>
        <p:spPr>
          <a:xfrm>
            <a:off x="2655000" y="3080880"/>
            <a:ext cx="1914480" cy="1332360"/>
          </a:xfrm>
          <a:prstGeom prst="rect">
            <a:avLst/>
          </a:prstGeom>
        </p:spPr>
        <p:txBody>
          <a:bodyPr lIns="0" rIns="0" tIns="0" bIns="0">
            <a:normAutofit/>
          </a:bodyPr>
          <a:p>
            <a:endParaRPr b="0" lang="en-US" sz="2800" spc="-1" strike="noStrike">
              <a:solidFill>
                <a:srgbClr val="1b1c1e"/>
              </a:solidFill>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4"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CA"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146" name="PlaceHolder 2"/>
          <p:cNvSpPr>
            <a:spLocks noGrp="1"/>
          </p:cNvSpPr>
          <p:nvPr>
            <p:ph type="body"/>
          </p:nvPr>
        </p:nvSpPr>
        <p:spPr>
          <a:xfrm>
            <a:off x="6444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147" name="PlaceHolder 3"/>
          <p:cNvSpPr>
            <a:spLocks noGrp="1"/>
          </p:cNvSpPr>
          <p:nvPr>
            <p:ph type="body"/>
          </p:nvPr>
        </p:nvSpPr>
        <p:spPr>
          <a:xfrm>
            <a:off x="2655000" y="3080880"/>
            <a:ext cx="1914480" cy="1332360"/>
          </a:xfrm>
          <a:prstGeom prst="rect">
            <a:avLst/>
          </a:prstGeom>
        </p:spPr>
        <p:txBody>
          <a:bodyPr lIns="0" rIns="0" tIns="0" bIns="0">
            <a:normAutofit/>
          </a:bodyPr>
          <a:p>
            <a:endParaRPr b="0" lang="en-US" sz="2800" spc="-1" strike="noStrike">
              <a:solidFill>
                <a:srgbClr val="1b1c1e"/>
              </a:solidFill>
              <a:latin typeface="Arial"/>
            </a:endParaRPr>
          </a:p>
        </p:txBody>
      </p:sp>
      <p:sp>
        <p:nvSpPr>
          <p:cNvPr id="148" name="PlaceHolder 4"/>
          <p:cNvSpPr>
            <a:spLocks noGrp="1"/>
          </p:cNvSpPr>
          <p:nvPr>
            <p:ph type="body"/>
          </p:nvPr>
        </p:nvSpPr>
        <p:spPr>
          <a:xfrm>
            <a:off x="644400" y="377712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150" name="PlaceHolder 2"/>
          <p:cNvSpPr>
            <a:spLocks noGrp="1"/>
          </p:cNvSpPr>
          <p:nvPr>
            <p:ph type="body"/>
          </p:nvPr>
        </p:nvSpPr>
        <p:spPr>
          <a:xfrm>
            <a:off x="644400" y="3080880"/>
            <a:ext cx="1914480" cy="1332360"/>
          </a:xfrm>
          <a:prstGeom prst="rect">
            <a:avLst/>
          </a:prstGeom>
        </p:spPr>
        <p:txBody>
          <a:bodyPr lIns="0" rIns="0" tIns="0" bIns="0">
            <a:normAutofit/>
          </a:bodyPr>
          <a:p>
            <a:endParaRPr b="0" lang="en-US" sz="2800" spc="-1" strike="noStrike">
              <a:solidFill>
                <a:srgbClr val="1b1c1e"/>
              </a:solidFill>
              <a:latin typeface="Arial"/>
            </a:endParaRPr>
          </a:p>
        </p:txBody>
      </p:sp>
      <p:sp>
        <p:nvSpPr>
          <p:cNvPr id="151" name="PlaceHolder 3"/>
          <p:cNvSpPr>
            <a:spLocks noGrp="1"/>
          </p:cNvSpPr>
          <p:nvPr>
            <p:ph type="body"/>
          </p:nvPr>
        </p:nvSpPr>
        <p:spPr>
          <a:xfrm>
            <a:off x="26550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152" name="PlaceHolder 4"/>
          <p:cNvSpPr>
            <a:spLocks noGrp="1"/>
          </p:cNvSpPr>
          <p:nvPr>
            <p:ph type="body"/>
          </p:nvPr>
        </p:nvSpPr>
        <p:spPr>
          <a:xfrm>
            <a:off x="2655000" y="377712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154" name="PlaceHolder 2"/>
          <p:cNvSpPr>
            <a:spLocks noGrp="1"/>
          </p:cNvSpPr>
          <p:nvPr>
            <p:ph type="body"/>
          </p:nvPr>
        </p:nvSpPr>
        <p:spPr>
          <a:xfrm>
            <a:off x="6444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155" name="PlaceHolder 3"/>
          <p:cNvSpPr>
            <a:spLocks noGrp="1"/>
          </p:cNvSpPr>
          <p:nvPr>
            <p:ph type="body"/>
          </p:nvPr>
        </p:nvSpPr>
        <p:spPr>
          <a:xfrm>
            <a:off x="26550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156" name="PlaceHolder 4"/>
          <p:cNvSpPr>
            <a:spLocks noGrp="1"/>
          </p:cNvSpPr>
          <p:nvPr>
            <p:ph type="body"/>
          </p:nvPr>
        </p:nvSpPr>
        <p:spPr>
          <a:xfrm>
            <a:off x="644400" y="3777120"/>
            <a:ext cx="3923640" cy="635400"/>
          </a:xfrm>
          <a:prstGeom prst="rect">
            <a:avLst/>
          </a:prstGeom>
        </p:spPr>
        <p:txBody>
          <a:bodyPr lIns="0" rIns="0" tIns="0" bIns="0">
            <a:normAutofit/>
          </a:bodyPr>
          <a:p>
            <a:endParaRPr b="0" lang="en-US" sz="2800" spc="-1" strike="noStrike">
              <a:solidFill>
                <a:srgbClr val="1b1c1e"/>
              </a:solid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158" name="PlaceHolder 2"/>
          <p:cNvSpPr>
            <a:spLocks noGrp="1"/>
          </p:cNvSpPr>
          <p:nvPr>
            <p:ph type="body"/>
          </p:nvPr>
        </p:nvSpPr>
        <p:spPr>
          <a:xfrm>
            <a:off x="644400" y="3080880"/>
            <a:ext cx="3923640" cy="635400"/>
          </a:xfrm>
          <a:prstGeom prst="rect">
            <a:avLst/>
          </a:prstGeom>
        </p:spPr>
        <p:txBody>
          <a:bodyPr lIns="0" rIns="0" tIns="0" bIns="0">
            <a:normAutofit/>
          </a:bodyPr>
          <a:p>
            <a:endParaRPr b="0" lang="en-US" sz="2800" spc="-1" strike="noStrike">
              <a:solidFill>
                <a:srgbClr val="1b1c1e"/>
              </a:solidFill>
              <a:latin typeface="Arial"/>
            </a:endParaRPr>
          </a:p>
        </p:txBody>
      </p:sp>
      <p:sp>
        <p:nvSpPr>
          <p:cNvPr id="159" name="PlaceHolder 3"/>
          <p:cNvSpPr>
            <a:spLocks noGrp="1"/>
          </p:cNvSpPr>
          <p:nvPr>
            <p:ph type="body"/>
          </p:nvPr>
        </p:nvSpPr>
        <p:spPr>
          <a:xfrm>
            <a:off x="644400" y="3777120"/>
            <a:ext cx="3923640" cy="635400"/>
          </a:xfrm>
          <a:prstGeom prst="rect">
            <a:avLst/>
          </a:prstGeom>
        </p:spPr>
        <p:txBody>
          <a:bodyPr lIns="0" rIns="0" tIns="0" bIns="0">
            <a:normAutofit/>
          </a:bodyPr>
          <a:p>
            <a:endParaRPr b="0" lang="en-US" sz="2800" spc="-1" strike="noStrike">
              <a:solidFill>
                <a:srgbClr val="1b1c1e"/>
              </a:solidFill>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60"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161" name="PlaceHolder 2"/>
          <p:cNvSpPr>
            <a:spLocks noGrp="1"/>
          </p:cNvSpPr>
          <p:nvPr>
            <p:ph type="body"/>
          </p:nvPr>
        </p:nvSpPr>
        <p:spPr>
          <a:xfrm>
            <a:off x="6444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162" name="PlaceHolder 3"/>
          <p:cNvSpPr>
            <a:spLocks noGrp="1"/>
          </p:cNvSpPr>
          <p:nvPr>
            <p:ph type="body"/>
          </p:nvPr>
        </p:nvSpPr>
        <p:spPr>
          <a:xfrm>
            <a:off x="26550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163" name="PlaceHolder 4"/>
          <p:cNvSpPr>
            <a:spLocks noGrp="1"/>
          </p:cNvSpPr>
          <p:nvPr>
            <p:ph type="body"/>
          </p:nvPr>
        </p:nvSpPr>
        <p:spPr>
          <a:xfrm>
            <a:off x="644400" y="377712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164" name="PlaceHolder 5"/>
          <p:cNvSpPr>
            <a:spLocks noGrp="1"/>
          </p:cNvSpPr>
          <p:nvPr>
            <p:ph type="body"/>
          </p:nvPr>
        </p:nvSpPr>
        <p:spPr>
          <a:xfrm>
            <a:off x="2655000" y="377712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166" name="PlaceHolder 2"/>
          <p:cNvSpPr>
            <a:spLocks noGrp="1"/>
          </p:cNvSpPr>
          <p:nvPr>
            <p:ph type="body"/>
          </p:nvPr>
        </p:nvSpPr>
        <p:spPr>
          <a:xfrm>
            <a:off x="644400" y="308088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
        <p:nvSpPr>
          <p:cNvPr id="167" name="PlaceHolder 3"/>
          <p:cNvSpPr>
            <a:spLocks noGrp="1"/>
          </p:cNvSpPr>
          <p:nvPr>
            <p:ph type="body"/>
          </p:nvPr>
        </p:nvSpPr>
        <p:spPr>
          <a:xfrm>
            <a:off x="1971360" y="308088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
        <p:nvSpPr>
          <p:cNvPr id="168" name="PlaceHolder 4"/>
          <p:cNvSpPr>
            <a:spLocks noGrp="1"/>
          </p:cNvSpPr>
          <p:nvPr>
            <p:ph type="body"/>
          </p:nvPr>
        </p:nvSpPr>
        <p:spPr>
          <a:xfrm>
            <a:off x="3297960" y="308088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
        <p:nvSpPr>
          <p:cNvPr id="169" name="PlaceHolder 5"/>
          <p:cNvSpPr>
            <a:spLocks noGrp="1"/>
          </p:cNvSpPr>
          <p:nvPr>
            <p:ph type="body"/>
          </p:nvPr>
        </p:nvSpPr>
        <p:spPr>
          <a:xfrm>
            <a:off x="644400" y="377712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
        <p:nvSpPr>
          <p:cNvPr id="170" name="PlaceHolder 6"/>
          <p:cNvSpPr>
            <a:spLocks noGrp="1"/>
          </p:cNvSpPr>
          <p:nvPr>
            <p:ph type="body"/>
          </p:nvPr>
        </p:nvSpPr>
        <p:spPr>
          <a:xfrm>
            <a:off x="1971360" y="377712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
        <p:nvSpPr>
          <p:cNvPr id="171" name="PlaceHolder 7"/>
          <p:cNvSpPr>
            <a:spLocks noGrp="1"/>
          </p:cNvSpPr>
          <p:nvPr>
            <p:ph type="body"/>
          </p:nvPr>
        </p:nvSpPr>
        <p:spPr>
          <a:xfrm>
            <a:off x="3297960" y="377712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8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184" name="PlaceHolder 2"/>
          <p:cNvSpPr>
            <a:spLocks noGrp="1"/>
          </p:cNvSpPr>
          <p:nvPr>
            <p:ph type="subTitle"/>
          </p:nvPr>
        </p:nvSpPr>
        <p:spPr>
          <a:xfrm>
            <a:off x="644400" y="3080880"/>
            <a:ext cx="3923640" cy="1332360"/>
          </a:xfrm>
          <a:prstGeom prst="rect">
            <a:avLst/>
          </a:prstGeom>
        </p:spPr>
        <p:txBody>
          <a:bodyPr lIns="0" rIns="0" tIns="0" bIns="0" anchor="ctr">
            <a:noAutofit/>
          </a:bodyPr>
          <a:p>
            <a:pPr algn="ctr"/>
            <a:endParaRPr b="0" lang="en-CA"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8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186" name="PlaceHolder 2"/>
          <p:cNvSpPr>
            <a:spLocks noGrp="1"/>
          </p:cNvSpPr>
          <p:nvPr>
            <p:ph type="body"/>
          </p:nvPr>
        </p:nvSpPr>
        <p:spPr>
          <a:xfrm>
            <a:off x="644400" y="3080880"/>
            <a:ext cx="3923640" cy="1332360"/>
          </a:xfrm>
          <a:prstGeom prst="rect">
            <a:avLst/>
          </a:prstGeom>
        </p:spPr>
        <p:txBody>
          <a:bodyPr lIns="0" rIns="0" tIns="0" bIns="0">
            <a:normAutofit/>
          </a:bodyPr>
          <a:p>
            <a:endParaRPr b="0" lang="en-US" sz="2800" spc="-1" strike="noStrike">
              <a:solidFill>
                <a:srgbClr val="1b1c1e"/>
              </a:solidFill>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87"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188" name="PlaceHolder 2"/>
          <p:cNvSpPr>
            <a:spLocks noGrp="1"/>
          </p:cNvSpPr>
          <p:nvPr>
            <p:ph type="body"/>
          </p:nvPr>
        </p:nvSpPr>
        <p:spPr>
          <a:xfrm>
            <a:off x="644400" y="3080880"/>
            <a:ext cx="1914480" cy="1332360"/>
          </a:xfrm>
          <a:prstGeom prst="rect">
            <a:avLst/>
          </a:prstGeom>
        </p:spPr>
        <p:txBody>
          <a:bodyPr lIns="0" rIns="0" tIns="0" bIns="0">
            <a:normAutofit/>
          </a:bodyPr>
          <a:p>
            <a:endParaRPr b="0" lang="en-US" sz="2800" spc="-1" strike="noStrike">
              <a:solidFill>
                <a:srgbClr val="1b1c1e"/>
              </a:solidFill>
              <a:latin typeface="Arial"/>
            </a:endParaRPr>
          </a:p>
        </p:txBody>
      </p:sp>
      <p:sp>
        <p:nvSpPr>
          <p:cNvPr id="189" name="PlaceHolder 3"/>
          <p:cNvSpPr>
            <a:spLocks noGrp="1"/>
          </p:cNvSpPr>
          <p:nvPr>
            <p:ph type="body"/>
          </p:nvPr>
        </p:nvSpPr>
        <p:spPr>
          <a:xfrm>
            <a:off x="2655000" y="3080880"/>
            <a:ext cx="1914480" cy="1332360"/>
          </a:xfrm>
          <a:prstGeom prst="rect">
            <a:avLst/>
          </a:prstGeom>
        </p:spPr>
        <p:txBody>
          <a:bodyPr lIns="0" rIns="0" tIns="0" bIns="0">
            <a:normAutofit/>
          </a:bodyPr>
          <a:p>
            <a:endParaRPr b="0" lang="en-US" sz="2800" spc="-1" strike="noStrike">
              <a:solidFill>
                <a:srgbClr val="1b1c1e"/>
              </a:solidFill>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90"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91"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CA"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2"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193" name="PlaceHolder 2"/>
          <p:cNvSpPr>
            <a:spLocks noGrp="1"/>
          </p:cNvSpPr>
          <p:nvPr>
            <p:ph type="body"/>
          </p:nvPr>
        </p:nvSpPr>
        <p:spPr>
          <a:xfrm>
            <a:off x="6444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194" name="PlaceHolder 3"/>
          <p:cNvSpPr>
            <a:spLocks noGrp="1"/>
          </p:cNvSpPr>
          <p:nvPr>
            <p:ph type="body"/>
          </p:nvPr>
        </p:nvSpPr>
        <p:spPr>
          <a:xfrm>
            <a:off x="2655000" y="3080880"/>
            <a:ext cx="1914480" cy="1332360"/>
          </a:xfrm>
          <a:prstGeom prst="rect">
            <a:avLst/>
          </a:prstGeom>
        </p:spPr>
        <p:txBody>
          <a:bodyPr lIns="0" rIns="0" tIns="0" bIns="0">
            <a:normAutofit/>
          </a:bodyPr>
          <a:p>
            <a:endParaRPr b="0" lang="en-US" sz="2800" spc="-1" strike="noStrike">
              <a:solidFill>
                <a:srgbClr val="1b1c1e"/>
              </a:solidFill>
              <a:latin typeface="Arial"/>
            </a:endParaRPr>
          </a:p>
        </p:txBody>
      </p:sp>
      <p:sp>
        <p:nvSpPr>
          <p:cNvPr id="195" name="PlaceHolder 4"/>
          <p:cNvSpPr>
            <a:spLocks noGrp="1"/>
          </p:cNvSpPr>
          <p:nvPr>
            <p:ph type="body"/>
          </p:nvPr>
        </p:nvSpPr>
        <p:spPr>
          <a:xfrm>
            <a:off x="644400" y="377712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9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197" name="PlaceHolder 2"/>
          <p:cNvSpPr>
            <a:spLocks noGrp="1"/>
          </p:cNvSpPr>
          <p:nvPr>
            <p:ph type="body"/>
          </p:nvPr>
        </p:nvSpPr>
        <p:spPr>
          <a:xfrm>
            <a:off x="644400" y="3080880"/>
            <a:ext cx="1914480" cy="1332360"/>
          </a:xfrm>
          <a:prstGeom prst="rect">
            <a:avLst/>
          </a:prstGeom>
        </p:spPr>
        <p:txBody>
          <a:bodyPr lIns="0" rIns="0" tIns="0" bIns="0">
            <a:normAutofit/>
          </a:bodyPr>
          <a:p>
            <a:endParaRPr b="0" lang="en-US" sz="2800" spc="-1" strike="noStrike">
              <a:solidFill>
                <a:srgbClr val="1b1c1e"/>
              </a:solidFill>
              <a:latin typeface="Arial"/>
            </a:endParaRPr>
          </a:p>
        </p:txBody>
      </p:sp>
      <p:sp>
        <p:nvSpPr>
          <p:cNvPr id="198" name="PlaceHolder 3"/>
          <p:cNvSpPr>
            <a:spLocks noGrp="1"/>
          </p:cNvSpPr>
          <p:nvPr>
            <p:ph type="body"/>
          </p:nvPr>
        </p:nvSpPr>
        <p:spPr>
          <a:xfrm>
            <a:off x="26550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199" name="PlaceHolder 4"/>
          <p:cNvSpPr>
            <a:spLocks noGrp="1"/>
          </p:cNvSpPr>
          <p:nvPr>
            <p:ph type="body"/>
          </p:nvPr>
        </p:nvSpPr>
        <p:spPr>
          <a:xfrm>
            <a:off x="2655000" y="377712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0"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201" name="PlaceHolder 2"/>
          <p:cNvSpPr>
            <a:spLocks noGrp="1"/>
          </p:cNvSpPr>
          <p:nvPr>
            <p:ph type="body"/>
          </p:nvPr>
        </p:nvSpPr>
        <p:spPr>
          <a:xfrm>
            <a:off x="6444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202" name="PlaceHolder 3"/>
          <p:cNvSpPr>
            <a:spLocks noGrp="1"/>
          </p:cNvSpPr>
          <p:nvPr>
            <p:ph type="body"/>
          </p:nvPr>
        </p:nvSpPr>
        <p:spPr>
          <a:xfrm>
            <a:off x="26550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203" name="PlaceHolder 4"/>
          <p:cNvSpPr>
            <a:spLocks noGrp="1"/>
          </p:cNvSpPr>
          <p:nvPr>
            <p:ph type="body"/>
          </p:nvPr>
        </p:nvSpPr>
        <p:spPr>
          <a:xfrm>
            <a:off x="644400" y="3777120"/>
            <a:ext cx="3923640" cy="635400"/>
          </a:xfrm>
          <a:prstGeom prst="rect">
            <a:avLst/>
          </a:prstGeom>
        </p:spPr>
        <p:txBody>
          <a:bodyPr lIns="0" rIns="0" tIns="0" bIns="0">
            <a:normAutofit/>
          </a:bodyPr>
          <a:p>
            <a:endParaRPr b="0" lang="en-US" sz="2800" spc="-1" strike="noStrike">
              <a:solidFill>
                <a:srgbClr val="1b1c1e"/>
              </a:solidFill>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0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205" name="PlaceHolder 2"/>
          <p:cNvSpPr>
            <a:spLocks noGrp="1"/>
          </p:cNvSpPr>
          <p:nvPr>
            <p:ph type="body"/>
          </p:nvPr>
        </p:nvSpPr>
        <p:spPr>
          <a:xfrm>
            <a:off x="644400" y="3080880"/>
            <a:ext cx="3923640" cy="635400"/>
          </a:xfrm>
          <a:prstGeom prst="rect">
            <a:avLst/>
          </a:prstGeom>
        </p:spPr>
        <p:txBody>
          <a:bodyPr lIns="0" rIns="0" tIns="0" bIns="0">
            <a:normAutofit/>
          </a:bodyPr>
          <a:p>
            <a:endParaRPr b="0" lang="en-US" sz="2800" spc="-1" strike="noStrike">
              <a:solidFill>
                <a:srgbClr val="1b1c1e"/>
              </a:solidFill>
              <a:latin typeface="Arial"/>
            </a:endParaRPr>
          </a:p>
        </p:txBody>
      </p:sp>
      <p:sp>
        <p:nvSpPr>
          <p:cNvPr id="206" name="PlaceHolder 3"/>
          <p:cNvSpPr>
            <a:spLocks noGrp="1"/>
          </p:cNvSpPr>
          <p:nvPr>
            <p:ph type="body"/>
          </p:nvPr>
        </p:nvSpPr>
        <p:spPr>
          <a:xfrm>
            <a:off x="644400" y="3777120"/>
            <a:ext cx="3923640" cy="635400"/>
          </a:xfrm>
          <a:prstGeom prst="rect">
            <a:avLst/>
          </a:prstGeom>
        </p:spPr>
        <p:txBody>
          <a:bodyPr lIns="0" rIns="0" tIns="0" bIns="0">
            <a:normAutofit/>
          </a:bodyPr>
          <a:p>
            <a:endParaRPr b="0" lang="en-US" sz="2800" spc="-1" strike="noStrike">
              <a:solidFill>
                <a:srgbClr val="1b1c1e"/>
              </a:solidFill>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07"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208" name="PlaceHolder 2"/>
          <p:cNvSpPr>
            <a:spLocks noGrp="1"/>
          </p:cNvSpPr>
          <p:nvPr>
            <p:ph type="body"/>
          </p:nvPr>
        </p:nvSpPr>
        <p:spPr>
          <a:xfrm>
            <a:off x="6444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209" name="PlaceHolder 3"/>
          <p:cNvSpPr>
            <a:spLocks noGrp="1"/>
          </p:cNvSpPr>
          <p:nvPr>
            <p:ph type="body"/>
          </p:nvPr>
        </p:nvSpPr>
        <p:spPr>
          <a:xfrm>
            <a:off x="2655000" y="308088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210" name="PlaceHolder 4"/>
          <p:cNvSpPr>
            <a:spLocks noGrp="1"/>
          </p:cNvSpPr>
          <p:nvPr>
            <p:ph type="body"/>
          </p:nvPr>
        </p:nvSpPr>
        <p:spPr>
          <a:xfrm>
            <a:off x="644400" y="377712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
        <p:nvSpPr>
          <p:cNvPr id="211" name="PlaceHolder 5"/>
          <p:cNvSpPr>
            <a:spLocks noGrp="1"/>
          </p:cNvSpPr>
          <p:nvPr>
            <p:ph type="body"/>
          </p:nvPr>
        </p:nvSpPr>
        <p:spPr>
          <a:xfrm>
            <a:off x="2655000" y="3777120"/>
            <a:ext cx="1914480" cy="635400"/>
          </a:xfrm>
          <a:prstGeom prst="rect">
            <a:avLst/>
          </a:prstGeom>
        </p:spPr>
        <p:txBody>
          <a:bodyPr lIns="0" rIns="0" tIns="0" bIns="0">
            <a:normAutofit fontScale="83000"/>
          </a:bodyPr>
          <a:p>
            <a:endParaRPr b="0" lang="en-US" sz="2800" spc="-1" strike="noStrike">
              <a:solidFill>
                <a:srgbClr val="1b1c1e"/>
              </a:solidFill>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12"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1b1c1e"/>
              </a:solidFill>
              <a:latin typeface="Arial"/>
            </a:endParaRPr>
          </a:p>
        </p:txBody>
      </p:sp>
      <p:sp>
        <p:nvSpPr>
          <p:cNvPr id="213" name="PlaceHolder 2"/>
          <p:cNvSpPr>
            <a:spLocks noGrp="1"/>
          </p:cNvSpPr>
          <p:nvPr>
            <p:ph type="body"/>
          </p:nvPr>
        </p:nvSpPr>
        <p:spPr>
          <a:xfrm>
            <a:off x="644400" y="308088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
        <p:nvSpPr>
          <p:cNvPr id="214" name="PlaceHolder 3"/>
          <p:cNvSpPr>
            <a:spLocks noGrp="1"/>
          </p:cNvSpPr>
          <p:nvPr>
            <p:ph type="body"/>
          </p:nvPr>
        </p:nvSpPr>
        <p:spPr>
          <a:xfrm>
            <a:off x="1971360" y="308088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
        <p:nvSpPr>
          <p:cNvPr id="215" name="PlaceHolder 4"/>
          <p:cNvSpPr>
            <a:spLocks noGrp="1"/>
          </p:cNvSpPr>
          <p:nvPr>
            <p:ph type="body"/>
          </p:nvPr>
        </p:nvSpPr>
        <p:spPr>
          <a:xfrm>
            <a:off x="3297960" y="308088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
        <p:nvSpPr>
          <p:cNvPr id="216" name="PlaceHolder 5"/>
          <p:cNvSpPr>
            <a:spLocks noGrp="1"/>
          </p:cNvSpPr>
          <p:nvPr>
            <p:ph type="body"/>
          </p:nvPr>
        </p:nvSpPr>
        <p:spPr>
          <a:xfrm>
            <a:off x="644400" y="377712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
        <p:nvSpPr>
          <p:cNvPr id="217" name="PlaceHolder 6"/>
          <p:cNvSpPr>
            <a:spLocks noGrp="1"/>
          </p:cNvSpPr>
          <p:nvPr>
            <p:ph type="body"/>
          </p:nvPr>
        </p:nvSpPr>
        <p:spPr>
          <a:xfrm>
            <a:off x="1971360" y="377712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
        <p:nvSpPr>
          <p:cNvPr id="218" name="PlaceHolder 7"/>
          <p:cNvSpPr>
            <a:spLocks noGrp="1"/>
          </p:cNvSpPr>
          <p:nvPr>
            <p:ph type="body"/>
          </p:nvPr>
        </p:nvSpPr>
        <p:spPr>
          <a:xfrm>
            <a:off x="3297960" y="3777120"/>
            <a:ext cx="1263240" cy="635400"/>
          </a:xfrm>
          <a:prstGeom prst="rect">
            <a:avLst/>
          </a:prstGeom>
        </p:spPr>
        <p:txBody>
          <a:bodyPr lIns="0" rIns="0" tIns="0" bIns="0">
            <a:normAutofit fontScale="28000"/>
          </a:bodyPr>
          <a:p>
            <a:endParaRPr b="0" lang="en-US" sz="2800" spc="-1" strike="noStrike">
              <a:solidFill>
                <a:srgbClr val="1b1c1e"/>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2.tif"/><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tif"/><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 Id="rId9" Type="http://schemas.openxmlformats.org/officeDocument/2006/relationships/slideLayout" Target="../slideLayouts/slideLayout16.xml"/><Relationship Id="rId10" Type="http://schemas.openxmlformats.org/officeDocument/2006/relationships/slideLayout" Target="../slideLayouts/slideLayout17.xml"/><Relationship Id="rId11" Type="http://schemas.openxmlformats.org/officeDocument/2006/relationships/slideLayout" Target="../slideLayouts/slideLayout18.xml"/><Relationship Id="rId12" Type="http://schemas.openxmlformats.org/officeDocument/2006/relationships/slideLayout" Target="../slideLayouts/slideLayout19.xml"/><Relationship Id="rId13" Type="http://schemas.openxmlformats.org/officeDocument/2006/relationships/slideLayout" Target="../slideLayouts/slideLayout20.xml"/><Relationship Id="rId14" Type="http://schemas.openxmlformats.org/officeDocument/2006/relationships/slideLayout" Target="../slideLayouts/slideLayout21.xml"/><Relationship Id="rId15" Type="http://schemas.openxmlformats.org/officeDocument/2006/relationships/slideLayout" Target="../slideLayouts/slideLayout22.xml"/><Relationship Id="rId16" Type="http://schemas.openxmlformats.org/officeDocument/2006/relationships/slideLayout" Target="../slideLayouts/slideLayout23.xml"/><Relationship Id="rId17"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 Id="rId3" Type="http://schemas.openxmlformats.org/officeDocument/2006/relationships/image" Target="../media/image8.tif"/><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slideLayout" Target="../slideLayouts/slideLayout31.xml"/><Relationship Id="rId11" Type="http://schemas.openxmlformats.org/officeDocument/2006/relationships/slideLayout" Target="../slideLayouts/slideLayout32.xml"/><Relationship Id="rId12" Type="http://schemas.openxmlformats.org/officeDocument/2006/relationships/slideLayout" Target="../slideLayouts/slideLayout33.xml"/><Relationship Id="rId13" Type="http://schemas.openxmlformats.org/officeDocument/2006/relationships/slideLayout" Target="../slideLayouts/slideLayout34.xml"/><Relationship Id="rId14" Type="http://schemas.openxmlformats.org/officeDocument/2006/relationships/slideLayout" Target="../slideLayouts/slideLayout35.xml"/><Relationship Id="rId15"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9.png"/><Relationship Id="rId3" Type="http://schemas.openxmlformats.org/officeDocument/2006/relationships/image" Target="../media/image10.tif"/><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 Id="rId9" Type="http://schemas.openxmlformats.org/officeDocument/2006/relationships/slideLayout" Target="../slideLayouts/slideLayout42.xml"/><Relationship Id="rId10" Type="http://schemas.openxmlformats.org/officeDocument/2006/relationships/slideLayout" Target="../slideLayouts/slideLayout43.xml"/><Relationship Id="rId11" Type="http://schemas.openxmlformats.org/officeDocument/2006/relationships/slideLayout" Target="../slideLayouts/slideLayout44.xml"/><Relationship Id="rId12" Type="http://schemas.openxmlformats.org/officeDocument/2006/relationships/slideLayout" Target="../slideLayouts/slideLayout45.xml"/><Relationship Id="rId13" Type="http://schemas.openxmlformats.org/officeDocument/2006/relationships/slideLayout" Target="../slideLayouts/slideLayout46.xml"/><Relationship Id="rId14" Type="http://schemas.openxmlformats.org/officeDocument/2006/relationships/slideLayout" Target="../slideLayouts/slideLayout47.xml"/><Relationship Id="rId15"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1.tif"/><Relationship Id="rId3" Type="http://schemas.openxmlformats.org/officeDocument/2006/relationships/image" Target="../media/image12.jpe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slideLayout" Target="../slideLayouts/slideLayout49.xml"/><Relationship Id="rId8" Type="http://schemas.openxmlformats.org/officeDocument/2006/relationships/slideLayout" Target="../slideLayouts/slideLayout50.xml"/><Relationship Id="rId9" Type="http://schemas.openxmlformats.org/officeDocument/2006/relationships/slideLayout" Target="../slideLayouts/slideLayout51.xml"/><Relationship Id="rId10" Type="http://schemas.openxmlformats.org/officeDocument/2006/relationships/slideLayout" Target="../slideLayouts/slideLayout52.xml"/><Relationship Id="rId11" Type="http://schemas.openxmlformats.org/officeDocument/2006/relationships/slideLayout" Target="../slideLayouts/slideLayout53.xml"/><Relationship Id="rId12" Type="http://schemas.openxmlformats.org/officeDocument/2006/relationships/slideLayout" Target="../slideLayouts/slideLayout54.xml"/><Relationship Id="rId13" Type="http://schemas.openxmlformats.org/officeDocument/2006/relationships/slideLayout" Target="../slideLayouts/slideLayout55.xml"/><Relationship Id="rId14" Type="http://schemas.openxmlformats.org/officeDocument/2006/relationships/slideLayout" Target="../slideLayouts/slideLayout56.xml"/><Relationship Id="rId15" Type="http://schemas.openxmlformats.org/officeDocument/2006/relationships/slideLayout" Target="../slideLayouts/slideLayout57.xml"/><Relationship Id="rId16" Type="http://schemas.openxmlformats.org/officeDocument/2006/relationships/slideLayout" Target="../slideLayouts/slideLayout58.xml"/><Relationship Id="rId17" Type="http://schemas.openxmlformats.org/officeDocument/2006/relationships/slideLayout" Target="../slideLayouts/slideLayout59.xml"/><Relationship Id="rId18" Type="http://schemas.openxmlformats.org/officeDocument/2006/relationships/slideLayout" Target="../slideLayouts/slideLayout6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body"/>
          </p:nvPr>
        </p:nvSpPr>
        <p:spPr>
          <a:xfrm>
            <a:off x="644400" y="4375440"/>
            <a:ext cx="10120320" cy="1114920"/>
          </a:xfrm>
          <a:prstGeom prst="rect">
            <a:avLst/>
          </a:prstGeom>
        </p:spPr>
        <p:txBody>
          <a:bodyPr lIns="90000" rIns="90000" tIns="45000" bIns="45000">
            <a:normAutofit fontScale="88000"/>
          </a:bodyPr>
          <a:p>
            <a:pPr>
              <a:lnSpc>
                <a:spcPct val="90000"/>
              </a:lnSpc>
              <a:spcBef>
                <a:spcPts val="1001"/>
              </a:spcBef>
              <a:tabLst>
                <a:tab algn="l" pos="0"/>
              </a:tabLst>
            </a:pPr>
            <a:r>
              <a:rPr b="1" lang="en-GB" sz="4000" spc="-1" strike="noStrike">
                <a:solidFill>
                  <a:srgbClr val="51545a"/>
                </a:solidFill>
                <a:latin typeface="Arial"/>
              </a:rPr>
              <a:t>MAIN HEADING OVER TWO LINES IF IT’S REALLY LONG</a:t>
            </a:r>
            <a:endParaRPr b="0" lang="en-US" sz="4000" spc="-1" strike="noStrike">
              <a:solidFill>
                <a:srgbClr val="1b1c1e"/>
              </a:solidFill>
              <a:latin typeface="Arial"/>
            </a:endParaRPr>
          </a:p>
        </p:txBody>
      </p:sp>
      <p:sp>
        <p:nvSpPr>
          <p:cNvPr id="1" name="PlaceHolder 2"/>
          <p:cNvSpPr>
            <a:spLocks noGrp="1"/>
          </p:cNvSpPr>
          <p:nvPr>
            <p:ph type="body"/>
          </p:nvPr>
        </p:nvSpPr>
        <p:spPr>
          <a:xfrm>
            <a:off x="644400" y="5695560"/>
            <a:ext cx="7619040" cy="546840"/>
          </a:xfrm>
          <a:prstGeom prst="rect">
            <a:avLst/>
          </a:prstGeom>
        </p:spPr>
        <p:txBody>
          <a:bodyPr lIns="90000" rIns="90000" tIns="45000" bIns="45000">
            <a:normAutofit fontScale="88000"/>
          </a:bodyPr>
          <a:p>
            <a:pPr>
              <a:lnSpc>
                <a:spcPct val="90000"/>
              </a:lnSpc>
              <a:spcBef>
                <a:spcPts val="1001"/>
              </a:spcBef>
              <a:tabLst>
                <a:tab algn="l" pos="0"/>
              </a:tabLst>
            </a:pPr>
            <a:r>
              <a:rPr b="1" lang="en-GB" sz="3600" spc="-1" strike="noStrike">
                <a:solidFill>
                  <a:srgbClr val="5792cc"/>
                </a:solidFill>
                <a:latin typeface="Arial"/>
              </a:rPr>
              <a:t>ONE LINE SUBHEADING</a:t>
            </a:r>
            <a:endParaRPr b="0" lang="en-US" sz="3600" spc="-1" strike="noStrike">
              <a:solidFill>
                <a:srgbClr val="1b1c1e"/>
              </a:solidFill>
              <a:latin typeface="Arial"/>
            </a:endParaRPr>
          </a:p>
        </p:txBody>
      </p:sp>
      <p:pic>
        <p:nvPicPr>
          <p:cNvPr id="2" name="Picture 6" descr=""/>
          <p:cNvPicPr/>
          <p:nvPr/>
        </p:nvPicPr>
        <p:blipFill>
          <a:blip r:embed="rId2"/>
          <a:stretch/>
        </p:blipFill>
        <p:spPr>
          <a:xfrm>
            <a:off x="0" y="-14400"/>
            <a:ext cx="12191760" cy="3840480"/>
          </a:xfrm>
          <a:prstGeom prst="rect">
            <a:avLst/>
          </a:prstGeom>
          <a:ln w="0">
            <a:noFill/>
          </a:ln>
        </p:spPr>
      </p:pic>
      <p:pic>
        <p:nvPicPr>
          <p:cNvPr id="3" name="Picture 1" descr=""/>
          <p:cNvPicPr/>
          <p:nvPr/>
        </p:nvPicPr>
        <p:blipFill>
          <a:blip r:embed="rId3"/>
          <a:stretch/>
        </p:blipFill>
        <p:spPr>
          <a:xfrm>
            <a:off x="8966160" y="5767200"/>
            <a:ext cx="2487960" cy="403200"/>
          </a:xfrm>
          <a:prstGeom prst="rect">
            <a:avLst/>
          </a:prstGeom>
          <a:ln w="0">
            <a:noFill/>
          </a:ln>
        </p:spPr>
      </p:pic>
      <p:sp>
        <p:nvSpPr>
          <p:cNvPr id="4" name="Rectangle 3"/>
          <p:cNvSpPr/>
          <p:nvPr/>
        </p:nvSpPr>
        <p:spPr>
          <a:xfrm flipV="1" rot="10800000">
            <a:off x="360" y="6769800"/>
            <a:ext cx="12191760" cy="87480"/>
          </a:xfrm>
          <a:prstGeom prst="rect">
            <a:avLst/>
          </a:prstGeom>
          <a:solidFill>
            <a:srgbClr val="5792cc"/>
          </a:solidFill>
          <a:ln>
            <a:noFill/>
          </a:ln>
        </p:spPr>
        <p:style>
          <a:lnRef idx="2">
            <a:schemeClr val="accent1">
              <a:shade val="50000"/>
            </a:schemeClr>
          </a:lnRef>
          <a:fillRef idx="1">
            <a:schemeClr val="accent1"/>
          </a:fillRef>
          <a:effectRef idx="0">
            <a:schemeClr val="accent1"/>
          </a:effectRef>
          <a:fontRef idx="minor"/>
        </p:style>
      </p:sp>
      <p:sp>
        <p:nvSpPr>
          <p:cNvPr id="5" name="PlaceHolder 3"/>
          <p:cNvSpPr>
            <a:spLocks noGrp="1"/>
          </p:cNvSpPr>
          <p:nvPr>
            <p:ph type="title"/>
          </p:nvPr>
        </p:nvSpPr>
        <p:spPr>
          <a:xfrm>
            <a:off x="609480" y="273600"/>
            <a:ext cx="10972440" cy="1144800"/>
          </a:xfrm>
          <a:prstGeom prst="rect">
            <a:avLst/>
          </a:prstGeom>
        </p:spPr>
        <p:txBody>
          <a:bodyPr lIns="0" rIns="0" tIns="0" bIns="0" anchor="ctr">
            <a:noAutofit/>
          </a:bodyPr>
          <a:p>
            <a:r>
              <a:rPr b="0" lang="en-US" sz="1800" spc="-1" strike="noStrike">
                <a:solidFill>
                  <a:srgbClr val="1b1c1e"/>
                </a:solidFill>
                <a:latin typeface="Arial"/>
              </a:rPr>
              <a:t>Click to edit the title text format</a:t>
            </a:r>
            <a:endParaRPr b="0" lang="en-US" sz="1800" spc="-1" strike="noStrike">
              <a:solidFill>
                <a:srgbClr val="1b1c1e"/>
              </a:solidFill>
              <a:latin typeface="Arial"/>
            </a:endParaRPr>
          </a:p>
        </p:txBody>
      </p:sp>
    </p:spTree>
  </p:cSld>
  <p:clrMap bg1="lt1" bg2="lt2" tx1="dk1"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body"/>
          </p:nvPr>
        </p:nvSpPr>
        <p:spPr>
          <a:xfrm>
            <a:off x="644400" y="1566000"/>
            <a:ext cx="6716160" cy="2428200"/>
          </a:xfrm>
          <a:prstGeom prst="rect">
            <a:avLst/>
          </a:prstGeom>
        </p:spPr>
        <p:txBody>
          <a:bodyPr lIns="90000" rIns="90000" tIns="45000" bIns="45000">
            <a:normAutofit/>
          </a:bodyPr>
          <a:p>
            <a:pPr>
              <a:lnSpc>
                <a:spcPct val="90000"/>
              </a:lnSpc>
              <a:spcBef>
                <a:spcPts val="1001"/>
              </a:spcBef>
              <a:tabLst>
                <a:tab algn="l" pos="0"/>
              </a:tabLst>
            </a:pPr>
            <a:r>
              <a:rPr b="1" lang="en-GB" sz="6000" spc="-1" strike="noStrike">
                <a:solidFill>
                  <a:srgbClr val="51545a"/>
                </a:solidFill>
                <a:latin typeface="Arial"/>
              </a:rPr>
              <a:t>DIVIDER SLIDE HEADING HERE</a:t>
            </a:r>
            <a:endParaRPr b="0" lang="en-US" sz="6000" spc="-1" strike="noStrike">
              <a:solidFill>
                <a:srgbClr val="1b1c1e"/>
              </a:solidFill>
              <a:latin typeface="Arial"/>
            </a:endParaRPr>
          </a:p>
        </p:txBody>
      </p:sp>
      <p:sp>
        <p:nvSpPr>
          <p:cNvPr id="43" name="PlaceHolder 2"/>
          <p:cNvSpPr>
            <a:spLocks noGrp="1"/>
          </p:cNvSpPr>
          <p:nvPr>
            <p:ph type="body"/>
          </p:nvPr>
        </p:nvSpPr>
        <p:spPr>
          <a:xfrm>
            <a:off x="644400" y="4593240"/>
            <a:ext cx="7871400" cy="574920"/>
          </a:xfrm>
          <a:prstGeom prst="rect">
            <a:avLst/>
          </a:prstGeom>
        </p:spPr>
        <p:txBody>
          <a:bodyPr lIns="90000" rIns="90000" tIns="45000" bIns="45000">
            <a:normAutofit/>
          </a:bodyPr>
          <a:p>
            <a:pPr>
              <a:lnSpc>
                <a:spcPct val="90000"/>
              </a:lnSpc>
              <a:spcBef>
                <a:spcPts val="1001"/>
              </a:spcBef>
              <a:tabLst>
                <a:tab algn="l" pos="0"/>
              </a:tabLst>
            </a:pPr>
            <a:r>
              <a:rPr b="1" lang="en-GB" sz="3600" spc="-1" strike="noStrike">
                <a:solidFill>
                  <a:srgbClr val="424242"/>
                </a:solidFill>
                <a:latin typeface="Arial"/>
              </a:rPr>
              <a:t>SUBHEADING</a:t>
            </a:r>
            <a:endParaRPr b="0" lang="en-US" sz="3600" spc="-1" strike="noStrike">
              <a:solidFill>
                <a:srgbClr val="1b1c1e"/>
              </a:solidFill>
              <a:latin typeface="Arial"/>
            </a:endParaRPr>
          </a:p>
        </p:txBody>
      </p:sp>
      <p:pic>
        <p:nvPicPr>
          <p:cNvPr id="44" name="Picture 7" descr=""/>
          <p:cNvPicPr/>
          <p:nvPr/>
        </p:nvPicPr>
        <p:blipFill>
          <a:blip r:embed="rId2"/>
          <a:stretch/>
        </p:blipFill>
        <p:spPr>
          <a:xfrm>
            <a:off x="653400" y="5767200"/>
            <a:ext cx="2487960" cy="403200"/>
          </a:xfrm>
          <a:prstGeom prst="rect">
            <a:avLst/>
          </a:prstGeom>
          <a:ln w="0">
            <a:noFill/>
          </a:ln>
        </p:spPr>
      </p:pic>
      <p:sp>
        <p:nvSpPr>
          <p:cNvPr id="45" name="Picture 10"/>
          <p:cNvSpPr/>
          <p:nvPr/>
        </p:nvSpPr>
        <p:spPr>
          <a:xfrm>
            <a:off x="8516160" y="690120"/>
            <a:ext cx="3660120" cy="3649320"/>
          </a:xfrm>
          <a:prstGeom prst="ellipse">
            <a:avLst/>
          </a:prstGeom>
          <a:blipFill rotWithShape="0">
            <a:blip r:embed="rId3"/>
            <a:srcRect/>
            <a:stretch/>
          </a:blipFill>
          <a:ln w="0">
            <a:noFill/>
          </a:ln>
        </p:spPr>
        <p:style>
          <a:lnRef idx="0"/>
          <a:fillRef idx="0"/>
          <a:effectRef idx="0"/>
          <a:fontRef idx="minor"/>
        </p:style>
      </p:sp>
      <p:sp>
        <p:nvSpPr>
          <p:cNvPr id="46" name="Picture 11"/>
          <p:cNvSpPr/>
          <p:nvPr/>
        </p:nvSpPr>
        <p:spPr>
          <a:xfrm rot="21096600">
            <a:off x="6606000" y="67680"/>
            <a:ext cx="2497680" cy="2498400"/>
          </a:xfrm>
          <a:prstGeom prst="ellipse">
            <a:avLst/>
          </a:prstGeom>
          <a:blipFill rotWithShape="0">
            <a:blip r:embed="rId4"/>
            <a:srcRect/>
            <a:stretch/>
          </a:blipFill>
          <a:ln w="0">
            <a:noFill/>
          </a:ln>
        </p:spPr>
        <p:style>
          <a:lnRef idx="0"/>
          <a:fillRef idx="0"/>
          <a:effectRef idx="0"/>
          <a:fontRef idx="minor"/>
        </p:style>
      </p:sp>
      <p:pic>
        <p:nvPicPr>
          <p:cNvPr id="47" name="Picture 12" descr=""/>
          <p:cNvPicPr/>
          <p:nvPr/>
        </p:nvPicPr>
        <p:blipFill>
          <a:blip r:embed="rId5"/>
          <a:srcRect l="-440" t="-6030" r="0" b="-1668"/>
          <a:stretch/>
        </p:blipFill>
        <p:spPr>
          <a:xfrm>
            <a:off x="8255520" y="189720"/>
            <a:ext cx="3944880" cy="4467960"/>
          </a:xfrm>
          <a:prstGeom prst="rect">
            <a:avLst/>
          </a:prstGeom>
          <a:ln w="0">
            <a:noFill/>
          </a:ln>
        </p:spPr>
      </p:pic>
      <p:sp>
        <p:nvSpPr>
          <p:cNvPr id="48" name="Rectangle 1"/>
          <p:cNvSpPr/>
          <p:nvPr/>
        </p:nvSpPr>
        <p:spPr>
          <a:xfrm flipV="1" rot="10800000">
            <a:off x="360" y="6769800"/>
            <a:ext cx="12191760" cy="87480"/>
          </a:xfrm>
          <a:prstGeom prst="rect">
            <a:avLst/>
          </a:prstGeom>
          <a:solidFill>
            <a:srgbClr val="5792cc"/>
          </a:solidFill>
          <a:ln>
            <a:noFill/>
          </a:ln>
        </p:spPr>
        <p:style>
          <a:lnRef idx="2">
            <a:schemeClr val="accent1">
              <a:shade val="50000"/>
            </a:schemeClr>
          </a:lnRef>
          <a:fillRef idx="1">
            <a:schemeClr val="accent1"/>
          </a:fillRef>
          <a:effectRef idx="0">
            <a:schemeClr val="accent1"/>
          </a:effectRef>
          <a:fontRef idx="minor"/>
        </p:style>
      </p:sp>
      <p:sp>
        <p:nvSpPr>
          <p:cNvPr id="49" name="PlaceHolder 3"/>
          <p:cNvSpPr>
            <a:spLocks noGrp="1"/>
          </p:cNvSpPr>
          <p:nvPr>
            <p:ph type="title"/>
          </p:nvPr>
        </p:nvSpPr>
        <p:spPr>
          <a:xfrm>
            <a:off x="609480" y="273600"/>
            <a:ext cx="10972440" cy="1144800"/>
          </a:xfrm>
          <a:prstGeom prst="rect">
            <a:avLst/>
          </a:prstGeom>
        </p:spPr>
        <p:txBody>
          <a:bodyPr lIns="0" rIns="0" tIns="0" bIns="0" anchor="ctr">
            <a:noAutofit/>
          </a:bodyPr>
          <a:p>
            <a:r>
              <a:rPr b="0" lang="en-US" sz="1800" spc="-1" strike="noStrike">
                <a:solidFill>
                  <a:srgbClr val="1b1c1e"/>
                </a:solidFill>
                <a:latin typeface="Arial"/>
              </a:rPr>
              <a:t>Click to edit the title text format</a:t>
            </a:r>
            <a:endParaRPr b="0" lang="en-US" sz="1800" spc="-1" strike="noStrike">
              <a:solidFill>
                <a:srgbClr val="1b1c1e"/>
              </a:solidFill>
              <a:latin typeface="Arial"/>
            </a:endParaRPr>
          </a:p>
        </p:txBody>
      </p:sp>
    </p:spTree>
  </p:cSld>
  <p:clrMap bg1="lt1" bg2="lt2" tx1="dk1" tx2="dk2" accent1="accent1" accent2="accent2" accent3="accent3" accent4="accent4" accent5="accent5" accent6="accent6" hlink="hlink" folHlink="folHlink"/>
  <p:sldLayoutIdLst>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2" r:id="rId16"/>
    <p:sldLayoutId id="2147483673" r:id="rId17"/>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6" name="PlaceHolder 1"/>
          <p:cNvSpPr>
            <a:spLocks noGrp="1"/>
          </p:cNvSpPr>
          <p:nvPr>
            <p:ph type="body"/>
          </p:nvPr>
        </p:nvSpPr>
        <p:spPr>
          <a:xfrm>
            <a:off x="6559560" y="2226240"/>
            <a:ext cx="4746240" cy="3292200"/>
          </a:xfrm>
          <a:prstGeom prst="rect">
            <a:avLst/>
          </a:prstGeom>
        </p:spPr>
        <p:txBody>
          <a:bodyPr lIns="90000" rIns="90000" tIns="45000" bIns="45000">
            <a:noAutofit/>
          </a:bodyPr>
          <a:p>
            <a:pPr algn="ctr">
              <a:lnSpc>
                <a:spcPct val="100000"/>
              </a:lnSpc>
              <a:tabLst>
                <a:tab algn="l" pos="0"/>
              </a:tabLst>
            </a:pPr>
            <a:r>
              <a:rPr b="0" lang="en-US" sz="2000" spc="-1" strike="noStrike">
                <a:solidFill>
                  <a:srgbClr val="424242"/>
                </a:solidFill>
                <a:latin typeface="Trade Gothic Light"/>
              </a:rPr>
              <a:t>Click below to add picture</a:t>
            </a:r>
            <a:endParaRPr b="0" lang="en-US" sz="2000" spc="-1" strike="noStrike">
              <a:solidFill>
                <a:srgbClr val="1b1c1e"/>
              </a:solidFill>
              <a:latin typeface="Arial"/>
            </a:endParaRPr>
          </a:p>
        </p:txBody>
      </p:sp>
      <p:sp>
        <p:nvSpPr>
          <p:cNvPr id="87" name="PlaceHolder 2"/>
          <p:cNvSpPr>
            <a:spLocks noGrp="1"/>
          </p:cNvSpPr>
          <p:nvPr>
            <p:ph type="body"/>
          </p:nvPr>
        </p:nvSpPr>
        <p:spPr>
          <a:xfrm>
            <a:off x="681120" y="1104120"/>
            <a:ext cx="7985160" cy="368280"/>
          </a:xfrm>
          <a:prstGeom prst="rect">
            <a:avLst/>
          </a:prstGeom>
        </p:spPr>
        <p:txBody>
          <a:bodyPr lIns="90000" rIns="90000" tIns="45000" bIns="45000">
            <a:normAutofit/>
          </a:bodyPr>
          <a:p>
            <a:pPr>
              <a:lnSpc>
                <a:spcPct val="90000"/>
              </a:lnSpc>
              <a:spcBef>
                <a:spcPts val="1001"/>
              </a:spcBef>
              <a:tabLst>
                <a:tab algn="l" pos="0"/>
              </a:tabLst>
            </a:pPr>
            <a:r>
              <a:rPr b="0" lang="en-GB" sz="2000" spc="-1" strike="noStrike">
                <a:solidFill>
                  <a:srgbClr val="5792cc"/>
                </a:solidFill>
                <a:latin typeface="Arial"/>
              </a:rPr>
              <a:t>Text slide sub-heading</a:t>
            </a:r>
            <a:endParaRPr b="0" lang="en-US" sz="2000" spc="-1" strike="noStrike">
              <a:solidFill>
                <a:srgbClr val="1b1c1e"/>
              </a:solidFill>
              <a:latin typeface="Arial"/>
            </a:endParaRPr>
          </a:p>
        </p:txBody>
      </p:sp>
      <p:pic>
        <p:nvPicPr>
          <p:cNvPr id="88" name="Picture 10" descr=""/>
          <p:cNvPicPr/>
          <p:nvPr/>
        </p:nvPicPr>
        <p:blipFill>
          <a:blip r:embed="rId2"/>
          <a:srcRect l="0" t="19315" r="0" b="19315"/>
          <a:stretch/>
        </p:blipFill>
        <p:spPr>
          <a:xfrm>
            <a:off x="619920" y="897840"/>
            <a:ext cx="8046360" cy="57600"/>
          </a:xfrm>
          <a:prstGeom prst="rect">
            <a:avLst/>
          </a:prstGeom>
          <a:ln w="0">
            <a:noFill/>
          </a:ln>
        </p:spPr>
      </p:pic>
      <p:sp>
        <p:nvSpPr>
          <p:cNvPr id="89" name="Rectangle 1"/>
          <p:cNvSpPr/>
          <p:nvPr/>
        </p:nvSpPr>
        <p:spPr>
          <a:xfrm flipV="1" rot="10800000">
            <a:off x="360" y="6769800"/>
            <a:ext cx="12191760" cy="87480"/>
          </a:xfrm>
          <a:prstGeom prst="rect">
            <a:avLst/>
          </a:prstGeom>
          <a:solidFill>
            <a:srgbClr val="5792cc"/>
          </a:solidFill>
          <a:ln>
            <a:noFill/>
          </a:ln>
        </p:spPr>
        <p:style>
          <a:lnRef idx="2">
            <a:schemeClr val="accent1">
              <a:shade val="50000"/>
            </a:schemeClr>
          </a:lnRef>
          <a:fillRef idx="1">
            <a:schemeClr val="accent1"/>
          </a:fillRef>
          <a:effectRef idx="0">
            <a:schemeClr val="accent1"/>
          </a:effectRef>
          <a:fontRef idx="minor"/>
        </p:style>
      </p:sp>
      <p:sp>
        <p:nvSpPr>
          <p:cNvPr id="90" name="PlaceHolder 3"/>
          <p:cNvSpPr>
            <a:spLocks noGrp="1"/>
          </p:cNvSpPr>
          <p:nvPr>
            <p:ph type="body"/>
          </p:nvPr>
        </p:nvSpPr>
        <p:spPr>
          <a:xfrm>
            <a:off x="619920" y="1666080"/>
            <a:ext cx="5475600" cy="4740480"/>
          </a:xfrm>
          <a:prstGeom prst="rect">
            <a:avLst/>
          </a:prstGeom>
        </p:spPr>
        <p:txBody>
          <a:bodyPr lIns="90000" rIns="90000" tIns="45000" bIns="45000">
            <a:noAutofit/>
          </a:bodyPr>
          <a:p>
            <a:pPr>
              <a:lnSpc>
                <a:spcPct val="90000"/>
              </a:lnSpc>
              <a:spcBef>
                <a:spcPts val="1001"/>
              </a:spcBef>
              <a:tabLst>
                <a:tab algn="l" pos="0"/>
              </a:tabLst>
            </a:pPr>
            <a:r>
              <a:rPr b="0" lang="en-GB" sz="2000" spc="-1" strike="noStrike">
                <a:solidFill>
                  <a:srgbClr val="1b1c1e"/>
                </a:solidFill>
                <a:latin typeface="Arial"/>
              </a:rPr>
              <a:t>Alignam, cub quia inti offic tem duciis magnihicit quist optatibusdae ex et enisto omni consequam ipsandaere nemporem conempore, nis et qui aspeliquo te officipsa asperunt, et magnate qui omnis sit in rendus. Tem ullaboribus, veliciur?</a:t>
            </a:r>
            <a:endParaRPr b="0" lang="en-US" sz="2000" spc="-1" strike="noStrike">
              <a:solidFill>
                <a:srgbClr val="1b1c1e"/>
              </a:solidFill>
              <a:latin typeface="Arial"/>
            </a:endParaRPr>
          </a:p>
          <a:p>
            <a:pPr>
              <a:lnSpc>
                <a:spcPct val="90000"/>
              </a:lnSpc>
              <a:spcBef>
                <a:spcPts val="1001"/>
              </a:spcBef>
              <a:tabLst>
                <a:tab algn="l" pos="0"/>
              </a:tabLst>
            </a:pPr>
            <a:endParaRPr b="0" lang="en-US" sz="2000" spc="-1" strike="noStrike">
              <a:solidFill>
                <a:srgbClr val="1b1c1e"/>
              </a:solidFill>
              <a:latin typeface="Arial"/>
            </a:endParaRPr>
          </a:p>
          <a:p>
            <a:pPr>
              <a:lnSpc>
                <a:spcPct val="90000"/>
              </a:lnSpc>
              <a:spcBef>
                <a:spcPts val="1001"/>
              </a:spcBef>
              <a:tabLst>
                <a:tab algn="l" pos="0"/>
              </a:tabLst>
            </a:pPr>
            <a:r>
              <a:rPr b="0" lang="en-GB" sz="2000" spc="-1" strike="noStrike">
                <a:solidFill>
                  <a:srgbClr val="1b1c1e"/>
                </a:solidFill>
                <a:latin typeface="Arial"/>
              </a:rPr>
              <a:t>Mus. Henia veritam, nonsequiande quiatemquis nostrum ius senda dit que coreria comniti nos quamusa mendel estrum qui aliquatus. officipsa asperunt, et magnate qui omnis sit in rendus. Tem ullaboribus, veliciur?</a:t>
            </a:r>
            <a:endParaRPr b="0" lang="en-US" sz="2000" spc="-1" strike="noStrike">
              <a:solidFill>
                <a:srgbClr val="1b1c1e"/>
              </a:solidFill>
              <a:latin typeface="Arial"/>
            </a:endParaRPr>
          </a:p>
          <a:p>
            <a:pPr>
              <a:lnSpc>
                <a:spcPct val="90000"/>
              </a:lnSpc>
              <a:spcBef>
                <a:spcPts val="1001"/>
              </a:spcBef>
              <a:tabLst>
                <a:tab algn="l" pos="0"/>
              </a:tabLst>
            </a:pPr>
            <a:endParaRPr b="0" lang="en-US" sz="2000" spc="-1" strike="noStrike">
              <a:solidFill>
                <a:srgbClr val="1b1c1e"/>
              </a:solidFill>
              <a:latin typeface="Arial"/>
            </a:endParaRPr>
          </a:p>
          <a:p>
            <a:pPr>
              <a:lnSpc>
                <a:spcPct val="90000"/>
              </a:lnSpc>
              <a:spcBef>
                <a:spcPts val="1001"/>
              </a:spcBef>
              <a:tabLst>
                <a:tab algn="l" pos="0"/>
              </a:tabLst>
            </a:pPr>
            <a:r>
              <a:rPr b="0" lang="en-GB" sz="2000" spc="-1" strike="noStrike">
                <a:solidFill>
                  <a:srgbClr val="1b1c1e"/>
                </a:solidFill>
                <a:latin typeface="Arial"/>
              </a:rPr>
              <a:t>Henc nemporem conempore, nis et qui aspeliquo.</a:t>
            </a:r>
            <a:endParaRPr b="0" lang="en-US" sz="2000" spc="-1" strike="noStrike">
              <a:solidFill>
                <a:srgbClr val="1b1c1e"/>
              </a:solidFill>
              <a:latin typeface="Arial"/>
            </a:endParaRPr>
          </a:p>
          <a:p>
            <a:pPr>
              <a:lnSpc>
                <a:spcPct val="90000"/>
              </a:lnSpc>
              <a:spcBef>
                <a:spcPts val="1001"/>
              </a:spcBef>
              <a:tabLst>
                <a:tab algn="l" pos="0"/>
              </a:tabLst>
            </a:pPr>
            <a:endParaRPr b="0" lang="en-US" sz="2000" spc="-1" strike="noStrike">
              <a:solidFill>
                <a:srgbClr val="1b1c1e"/>
              </a:solidFill>
              <a:latin typeface="Arial"/>
            </a:endParaRPr>
          </a:p>
        </p:txBody>
      </p:sp>
      <p:sp>
        <p:nvSpPr>
          <p:cNvPr id="91" name="PlaceHolder 4"/>
          <p:cNvSpPr>
            <a:spLocks noGrp="1"/>
          </p:cNvSpPr>
          <p:nvPr>
            <p:ph type="body"/>
          </p:nvPr>
        </p:nvSpPr>
        <p:spPr>
          <a:xfrm>
            <a:off x="619920" y="228960"/>
            <a:ext cx="8046360" cy="607320"/>
          </a:xfrm>
          <a:prstGeom prst="rect">
            <a:avLst/>
          </a:prstGeom>
        </p:spPr>
        <p:txBody>
          <a:bodyPr lIns="90000" rIns="90000" tIns="45000" bIns="45000" anchor="b">
            <a:normAutofit/>
          </a:bodyPr>
          <a:p>
            <a:pPr>
              <a:lnSpc>
                <a:spcPct val="90000"/>
              </a:lnSpc>
              <a:spcBef>
                <a:spcPts val="1001"/>
              </a:spcBef>
              <a:tabLst>
                <a:tab algn="l" pos="0"/>
              </a:tabLst>
            </a:pPr>
            <a:r>
              <a:rPr b="1" lang="en-US" sz="4000" spc="-1" strike="noStrike">
                <a:solidFill>
                  <a:srgbClr val="424242"/>
                </a:solidFill>
                <a:latin typeface="Arial"/>
              </a:rPr>
              <a:t>Text slide heading</a:t>
            </a:r>
            <a:endParaRPr b="0" lang="en-US" sz="4000" spc="-1" strike="noStrike">
              <a:solidFill>
                <a:srgbClr val="1b1c1e"/>
              </a:solidFill>
              <a:latin typeface="Arial"/>
            </a:endParaRPr>
          </a:p>
        </p:txBody>
      </p:sp>
      <p:pic>
        <p:nvPicPr>
          <p:cNvPr id="92" name="Picture 6" descr=""/>
          <p:cNvPicPr/>
          <p:nvPr/>
        </p:nvPicPr>
        <p:blipFill>
          <a:blip r:embed="rId3"/>
          <a:stretch/>
        </p:blipFill>
        <p:spPr>
          <a:xfrm>
            <a:off x="9399240" y="309960"/>
            <a:ext cx="2271600" cy="368280"/>
          </a:xfrm>
          <a:prstGeom prst="rect">
            <a:avLst/>
          </a:prstGeom>
          <a:ln w="0">
            <a:noFill/>
          </a:ln>
        </p:spPr>
      </p:pic>
      <p:sp>
        <p:nvSpPr>
          <p:cNvPr id="93" name="PlaceHolder 5"/>
          <p:cNvSpPr>
            <a:spLocks noGrp="1"/>
          </p:cNvSpPr>
          <p:nvPr>
            <p:ph type="title"/>
          </p:nvPr>
        </p:nvSpPr>
        <p:spPr>
          <a:xfrm>
            <a:off x="609480" y="273600"/>
            <a:ext cx="10972440" cy="1144800"/>
          </a:xfrm>
          <a:prstGeom prst="rect">
            <a:avLst/>
          </a:prstGeom>
        </p:spPr>
        <p:txBody>
          <a:bodyPr lIns="0" rIns="0" tIns="0" bIns="0" anchor="ctr">
            <a:noAutofit/>
          </a:bodyPr>
          <a:p>
            <a:r>
              <a:rPr b="0" lang="en-US" sz="1800" spc="-1" strike="noStrike">
                <a:solidFill>
                  <a:srgbClr val="1b1c1e"/>
                </a:solidFill>
                <a:latin typeface="Arial"/>
              </a:rPr>
              <a:t>Click to edit the title text format</a:t>
            </a:r>
            <a:endParaRPr b="0" lang="en-US" sz="1800" spc="-1" strike="noStrike">
              <a:solidFill>
                <a:srgbClr val="1b1c1e"/>
              </a:solidFill>
              <a:latin typeface="Arial"/>
            </a:endParaRPr>
          </a:p>
        </p:txBody>
      </p:sp>
    </p:spTree>
  </p:cSld>
  <p:clrMap bg1="lt1" bg2="lt2" tx1="dk1" tx2="dk2" accent1="accent1" accent2="accent2" accent3="accent3" accent4="accent4" accent5="accent5" accent6="accent6" hlink="hlink" folHlink="folHlink"/>
  <p:sldLayoutIdLst>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0" name="Picture 2" descr=""/>
          <p:cNvPicPr/>
          <p:nvPr/>
        </p:nvPicPr>
        <p:blipFill>
          <a:blip r:embed="rId2"/>
          <a:srcRect l="0" t="19315" r="0" b="19315"/>
          <a:stretch/>
        </p:blipFill>
        <p:spPr>
          <a:xfrm>
            <a:off x="619920" y="897840"/>
            <a:ext cx="8046360" cy="57600"/>
          </a:xfrm>
          <a:prstGeom prst="rect">
            <a:avLst/>
          </a:prstGeom>
          <a:ln w="0">
            <a:noFill/>
          </a:ln>
        </p:spPr>
      </p:pic>
      <p:sp>
        <p:nvSpPr>
          <p:cNvPr id="131" name="Rectangle 1"/>
          <p:cNvSpPr/>
          <p:nvPr/>
        </p:nvSpPr>
        <p:spPr>
          <a:xfrm flipV="1" rot="10800000">
            <a:off x="360" y="6769800"/>
            <a:ext cx="12191760" cy="87480"/>
          </a:xfrm>
          <a:prstGeom prst="rect">
            <a:avLst/>
          </a:prstGeom>
          <a:solidFill>
            <a:srgbClr val="5792cc"/>
          </a:solidFill>
          <a:ln>
            <a:noFill/>
          </a:ln>
        </p:spPr>
        <p:style>
          <a:lnRef idx="2">
            <a:schemeClr val="accent1">
              <a:shade val="50000"/>
            </a:schemeClr>
          </a:lnRef>
          <a:fillRef idx="1">
            <a:schemeClr val="accent1"/>
          </a:fillRef>
          <a:effectRef idx="0">
            <a:schemeClr val="accent1"/>
          </a:effectRef>
          <a:fontRef idx="minor"/>
        </p:style>
      </p:sp>
      <p:sp>
        <p:nvSpPr>
          <p:cNvPr id="132" name="PlaceHolder 1"/>
          <p:cNvSpPr>
            <a:spLocks noGrp="1"/>
          </p:cNvSpPr>
          <p:nvPr>
            <p:ph type="body"/>
          </p:nvPr>
        </p:nvSpPr>
        <p:spPr>
          <a:xfrm>
            <a:off x="619920" y="1354320"/>
            <a:ext cx="10898640" cy="5052240"/>
          </a:xfrm>
          <a:prstGeom prst="rect">
            <a:avLst/>
          </a:prstGeom>
        </p:spPr>
        <p:txBody>
          <a:bodyPr lIns="90000" rIns="90000" tIns="45000" bIns="45000">
            <a:noAutofit/>
          </a:bodyPr>
          <a:p>
            <a:pPr>
              <a:lnSpc>
                <a:spcPct val="90000"/>
              </a:lnSpc>
              <a:spcBef>
                <a:spcPts val="1001"/>
              </a:spcBef>
              <a:tabLst>
                <a:tab algn="l" pos="0"/>
              </a:tabLst>
            </a:pPr>
            <a:r>
              <a:rPr b="0" lang="en-GB" sz="2000" spc="-1" strike="noStrike">
                <a:solidFill>
                  <a:srgbClr val="1b1c1e"/>
                </a:solidFill>
                <a:latin typeface="Arial"/>
              </a:rPr>
              <a:t>Alignam, cub quia inti offic tem duciis magnihicit quist optatibusdae ex et enisto omni consequam ipsandaere nemporem conempore, nis et qui aspeliquo te officipsa asperunt, et magnate qui omnis sit in rendus. Tem ullaboribus, veliciur?</a:t>
            </a:r>
            <a:endParaRPr b="0" lang="en-US" sz="2000" spc="-1" strike="noStrike">
              <a:solidFill>
                <a:srgbClr val="1b1c1e"/>
              </a:solidFill>
              <a:latin typeface="Arial"/>
            </a:endParaRPr>
          </a:p>
          <a:p>
            <a:pPr>
              <a:lnSpc>
                <a:spcPct val="90000"/>
              </a:lnSpc>
              <a:spcBef>
                <a:spcPts val="1001"/>
              </a:spcBef>
              <a:tabLst>
                <a:tab algn="l" pos="0"/>
              </a:tabLst>
            </a:pPr>
            <a:endParaRPr b="0" lang="en-US" sz="2000" spc="-1" strike="noStrike">
              <a:solidFill>
                <a:srgbClr val="1b1c1e"/>
              </a:solidFill>
              <a:latin typeface="Arial"/>
            </a:endParaRPr>
          </a:p>
          <a:p>
            <a:pPr>
              <a:lnSpc>
                <a:spcPct val="90000"/>
              </a:lnSpc>
              <a:spcBef>
                <a:spcPts val="1001"/>
              </a:spcBef>
              <a:tabLst>
                <a:tab algn="l" pos="0"/>
              </a:tabLst>
            </a:pPr>
            <a:r>
              <a:rPr b="0" lang="en-GB" sz="2000" spc="-1" strike="noStrike">
                <a:solidFill>
                  <a:srgbClr val="1b1c1e"/>
                </a:solidFill>
                <a:latin typeface="Arial"/>
              </a:rPr>
              <a:t>Mus. Henia veritam, nonsequiande quiatemquis nostrum ius senda dit que coreria comniti nos quamusa mendel estrum qui aliquatus. officipsa asperunt, et magnate qui omnis sit in rendus. Tem ullaboribus, veliciur?</a:t>
            </a:r>
            <a:endParaRPr b="0" lang="en-US" sz="2000" spc="-1" strike="noStrike">
              <a:solidFill>
                <a:srgbClr val="1b1c1e"/>
              </a:solidFill>
              <a:latin typeface="Arial"/>
            </a:endParaRPr>
          </a:p>
          <a:p>
            <a:pPr>
              <a:lnSpc>
                <a:spcPct val="90000"/>
              </a:lnSpc>
              <a:spcBef>
                <a:spcPts val="1001"/>
              </a:spcBef>
              <a:tabLst>
                <a:tab algn="l" pos="0"/>
              </a:tabLst>
            </a:pPr>
            <a:endParaRPr b="0" lang="en-US" sz="2000" spc="-1" strike="noStrike">
              <a:solidFill>
                <a:srgbClr val="1b1c1e"/>
              </a:solidFill>
              <a:latin typeface="Arial"/>
            </a:endParaRPr>
          </a:p>
          <a:p>
            <a:pPr>
              <a:lnSpc>
                <a:spcPct val="90000"/>
              </a:lnSpc>
              <a:spcBef>
                <a:spcPts val="1001"/>
              </a:spcBef>
              <a:tabLst>
                <a:tab algn="l" pos="0"/>
              </a:tabLst>
            </a:pPr>
            <a:r>
              <a:rPr b="0" lang="en-GB" sz="2000" spc="-1" strike="noStrike">
                <a:solidFill>
                  <a:srgbClr val="1b1c1e"/>
                </a:solidFill>
                <a:latin typeface="Arial"/>
              </a:rPr>
              <a:t>Henc nemporem conempore, nis et qui aspeliquo.</a:t>
            </a:r>
            <a:endParaRPr b="0" lang="en-US" sz="2000" spc="-1" strike="noStrike">
              <a:solidFill>
                <a:srgbClr val="1b1c1e"/>
              </a:solidFill>
              <a:latin typeface="Arial"/>
            </a:endParaRPr>
          </a:p>
          <a:p>
            <a:pPr>
              <a:lnSpc>
                <a:spcPct val="90000"/>
              </a:lnSpc>
              <a:spcBef>
                <a:spcPts val="1001"/>
              </a:spcBef>
              <a:tabLst>
                <a:tab algn="l" pos="0"/>
              </a:tabLst>
            </a:pPr>
            <a:endParaRPr b="0" lang="en-US" sz="2000" spc="-1" strike="noStrike">
              <a:solidFill>
                <a:srgbClr val="1b1c1e"/>
              </a:solidFill>
              <a:latin typeface="Arial"/>
            </a:endParaRPr>
          </a:p>
        </p:txBody>
      </p:sp>
      <p:sp>
        <p:nvSpPr>
          <p:cNvPr id="133" name="PlaceHolder 2"/>
          <p:cNvSpPr>
            <a:spLocks noGrp="1"/>
          </p:cNvSpPr>
          <p:nvPr>
            <p:ph type="body"/>
          </p:nvPr>
        </p:nvSpPr>
        <p:spPr>
          <a:xfrm>
            <a:off x="619920" y="228960"/>
            <a:ext cx="8046360" cy="607320"/>
          </a:xfrm>
          <a:prstGeom prst="rect">
            <a:avLst/>
          </a:prstGeom>
        </p:spPr>
        <p:txBody>
          <a:bodyPr lIns="90000" rIns="90000" tIns="45000" bIns="45000" anchor="b">
            <a:normAutofit/>
          </a:bodyPr>
          <a:p>
            <a:pPr>
              <a:lnSpc>
                <a:spcPct val="90000"/>
              </a:lnSpc>
              <a:spcBef>
                <a:spcPts val="1001"/>
              </a:spcBef>
              <a:tabLst>
                <a:tab algn="l" pos="0"/>
              </a:tabLst>
            </a:pPr>
            <a:r>
              <a:rPr b="1" lang="en-US" sz="4000" spc="-1" strike="noStrike">
                <a:solidFill>
                  <a:srgbClr val="424242"/>
                </a:solidFill>
                <a:latin typeface="Arial"/>
              </a:rPr>
              <a:t>Text slide heading</a:t>
            </a:r>
            <a:endParaRPr b="0" lang="en-US" sz="4000" spc="-1" strike="noStrike">
              <a:solidFill>
                <a:srgbClr val="1b1c1e"/>
              </a:solidFill>
              <a:latin typeface="Arial"/>
            </a:endParaRPr>
          </a:p>
        </p:txBody>
      </p:sp>
      <p:pic>
        <p:nvPicPr>
          <p:cNvPr id="134" name="Picture 6" descr=""/>
          <p:cNvPicPr/>
          <p:nvPr/>
        </p:nvPicPr>
        <p:blipFill>
          <a:blip r:embed="rId3"/>
          <a:stretch/>
        </p:blipFill>
        <p:spPr>
          <a:xfrm>
            <a:off x="9399240" y="309960"/>
            <a:ext cx="2271600" cy="368280"/>
          </a:xfrm>
          <a:prstGeom prst="rect">
            <a:avLst/>
          </a:prstGeom>
          <a:ln w="0">
            <a:noFill/>
          </a:ln>
        </p:spPr>
      </p:pic>
      <p:sp>
        <p:nvSpPr>
          <p:cNvPr id="135" name="PlaceHolder 3"/>
          <p:cNvSpPr>
            <a:spLocks noGrp="1"/>
          </p:cNvSpPr>
          <p:nvPr>
            <p:ph type="title"/>
          </p:nvPr>
        </p:nvSpPr>
        <p:spPr>
          <a:xfrm>
            <a:off x="609480" y="273600"/>
            <a:ext cx="10972440" cy="1144800"/>
          </a:xfrm>
          <a:prstGeom prst="rect">
            <a:avLst/>
          </a:prstGeom>
        </p:spPr>
        <p:txBody>
          <a:bodyPr lIns="0" rIns="0" tIns="0" bIns="0" anchor="ctr">
            <a:noAutofit/>
          </a:bodyPr>
          <a:p>
            <a:r>
              <a:rPr b="0" lang="en-US" sz="1800" spc="-1" strike="noStrike">
                <a:solidFill>
                  <a:srgbClr val="1b1c1e"/>
                </a:solidFill>
                <a:latin typeface="Arial"/>
              </a:rPr>
              <a:t>Click to edit the title text format</a:t>
            </a:r>
            <a:endParaRPr b="0" lang="en-US" sz="1800" spc="-1" strike="noStrike">
              <a:solidFill>
                <a:srgbClr val="1b1c1e"/>
              </a:solidFill>
              <a:latin typeface="Arial"/>
            </a:endParaRPr>
          </a:p>
        </p:txBody>
      </p:sp>
    </p:spTree>
  </p:cSld>
  <p:clrMap bg1="lt1" bg2="lt2" tx1="dk1" tx2="dk2" accent1="accent1" accent2="accent2" accent3="accent3" accent4="accent4" accent5="accent5" accent6="accent6" hlink="hlink" folHlink="folHlink"/>
  <p:sldLayoutIdLst>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2" name="TextBox 18"/>
          <p:cNvSpPr/>
          <p:nvPr/>
        </p:nvSpPr>
        <p:spPr>
          <a:xfrm>
            <a:off x="644400" y="737280"/>
            <a:ext cx="5070240" cy="100476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1" lang="en-US" sz="6000" spc="-1" strike="noStrike">
                <a:latin typeface="Arial"/>
              </a:rPr>
              <a:t>THANK YOU</a:t>
            </a:r>
            <a:endParaRPr b="0" lang="en-CA" sz="6000" spc="-1" strike="noStrike">
              <a:latin typeface="Arial"/>
            </a:endParaRPr>
          </a:p>
        </p:txBody>
      </p:sp>
      <p:sp>
        <p:nvSpPr>
          <p:cNvPr id="173" name="TextBox 19"/>
          <p:cNvSpPr/>
          <p:nvPr/>
        </p:nvSpPr>
        <p:spPr>
          <a:xfrm>
            <a:off x="644400" y="2517840"/>
            <a:ext cx="4820400" cy="39528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0" lang="en-US" sz="2000" spc="-1" strike="noStrike">
                <a:solidFill>
                  <a:srgbClr val="5792cc"/>
                </a:solidFill>
                <a:latin typeface="Arial"/>
              </a:rPr>
              <a:t>For more information:</a:t>
            </a:r>
            <a:endParaRPr b="0" lang="en-CA" sz="2000" spc="-1" strike="noStrike">
              <a:latin typeface="Arial"/>
            </a:endParaRPr>
          </a:p>
        </p:txBody>
      </p:sp>
      <p:sp>
        <p:nvSpPr>
          <p:cNvPr id="174" name="PlaceHolder 1"/>
          <p:cNvSpPr>
            <a:spLocks noGrp="1"/>
          </p:cNvSpPr>
          <p:nvPr>
            <p:ph type="body"/>
          </p:nvPr>
        </p:nvSpPr>
        <p:spPr>
          <a:xfrm>
            <a:off x="644400" y="3080880"/>
            <a:ext cx="3923640" cy="1332360"/>
          </a:xfrm>
          <a:prstGeom prst="rect">
            <a:avLst/>
          </a:prstGeom>
        </p:spPr>
        <p:txBody>
          <a:bodyPr lIns="90000" rIns="90000" tIns="45000" bIns="45000">
            <a:noAutofit/>
          </a:bodyPr>
          <a:p>
            <a:pPr>
              <a:lnSpc>
                <a:spcPct val="90000"/>
              </a:lnSpc>
              <a:spcBef>
                <a:spcPts val="1001"/>
              </a:spcBef>
              <a:tabLst>
                <a:tab algn="l" pos="0"/>
              </a:tabLst>
            </a:pPr>
            <a:r>
              <a:rPr b="0" lang="en-US" sz="2000" spc="-1" strike="noStrike">
                <a:solidFill>
                  <a:srgbClr val="424242"/>
                </a:solidFill>
                <a:latin typeface="Arial"/>
              </a:rPr>
              <a:t>Firstname Surname</a:t>
            </a:r>
            <a:br/>
            <a:r>
              <a:rPr b="0" lang="en-US" sz="2000" spc="-1" strike="noStrike">
                <a:solidFill>
                  <a:srgbClr val="424242"/>
                </a:solidFill>
                <a:latin typeface="Arial"/>
              </a:rPr>
              <a:t>Tel: 01234 567890</a:t>
            </a:r>
            <a:br/>
            <a:r>
              <a:rPr b="0" lang="en-US" sz="2000" spc="-1" strike="noStrike">
                <a:solidFill>
                  <a:srgbClr val="424242"/>
                </a:solidFill>
                <a:latin typeface="Arial"/>
              </a:rPr>
              <a:t>Email: name@email.com</a:t>
            </a:r>
            <a:endParaRPr b="0" lang="en-US" sz="2000" spc="-1" strike="noStrike">
              <a:solidFill>
                <a:srgbClr val="1b1c1e"/>
              </a:solidFill>
              <a:latin typeface="Arial"/>
            </a:endParaRPr>
          </a:p>
        </p:txBody>
      </p:sp>
      <p:pic>
        <p:nvPicPr>
          <p:cNvPr id="175" name="Picture 14" descr=""/>
          <p:cNvPicPr/>
          <p:nvPr/>
        </p:nvPicPr>
        <p:blipFill>
          <a:blip r:embed="rId2"/>
          <a:stretch/>
        </p:blipFill>
        <p:spPr>
          <a:xfrm>
            <a:off x="759600" y="5767200"/>
            <a:ext cx="2487960" cy="403200"/>
          </a:xfrm>
          <a:prstGeom prst="rect">
            <a:avLst/>
          </a:prstGeom>
          <a:ln w="0">
            <a:noFill/>
          </a:ln>
        </p:spPr>
      </p:pic>
      <p:sp>
        <p:nvSpPr>
          <p:cNvPr id="176" name="Picture 15"/>
          <p:cNvSpPr/>
          <p:nvPr/>
        </p:nvSpPr>
        <p:spPr>
          <a:xfrm>
            <a:off x="7526520" y="2517840"/>
            <a:ext cx="4333680" cy="4320720"/>
          </a:xfrm>
          <a:prstGeom prst="ellipse">
            <a:avLst/>
          </a:prstGeom>
          <a:blipFill rotWithShape="0">
            <a:blip r:embed="rId3"/>
            <a:srcRect/>
            <a:stretch/>
          </a:blipFill>
          <a:ln w="0">
            <a:noFill/>
          </a:ln>
        </p:spPr>
        <p:style>
          <a:lnRef idx="0"/>
          <a:fillRef idx="0"/>
          <a:effectRef idx="0"/>
          <a:fontRef idx="minor"/>
        </p:style>
      </p:sp>
      <p:sp>
        <p:nvSpPr>
          <p:cNvPr id="177" name="Picture 16"/>
          <p:cNvSpPr/>
          <p:nvPr/>
        </p:nvSpPr>
        <p:spPr>
          <a:xfrm rot="21096600">
            <a:off x="5161320" y="2040120"/>
            <a:ext cx="2807280" cy="2808360"/>
          </a:xfrm>
          <a:prstGeom prst="ellipse">
            <a:avLst/>
          </a:prstGeom>
          <a:blipFill rotWithShape="0">
            <a:blip r:embed="rId4"/>
            <a:srcRect/>
            <a:stretch/>
          </a:blipFill>
          <a:ln w="0">
            <a:noFill/>
          </a:ln>
        </p:spPr>
        <p:style>
          <a:lnRef idx="0"/>
          <a:fillRef idx="0"/>
          <a:effectRef idx="0"/>
          <a:fontRef idx="minor"/>
        </p:style>
      </p:sp>
      <p:pic>
        <p:nvPicPr>
          <p:cNvPr id="178" name="Picture 2" descr=""/>
          <p:cNvPicPr/>
          <p:nvPr/>
        </p:nvPicPr>
        <p:blipFill>
          <a:blip r:embed="rId5"/>
          <a:stretch/>
        </p:blipFill>
        <p:spPr>
          <a:xfrm>
            <a:off x="10045440" y="163080"/>
            <a:ext cx="1442160" cy="1442160"/>
          </a:xfrm>
          <a:prstGeom prst="rect">
            <a:avLst/>
          </a:prstGeom>
          <a:ln w="0">
            <a:noFill/>
          </a:ln>
        </p:spPr>
      </p:pic>
      <p:sp>
        <p:nvSpPr>
          <p:cNvPr id="179" name="TextBox 21"/>
          <p:cNvSpPr/>
          <p:nvPr/>
        </p:nvSpPr>
        <p:spPr>
          <a:xfrm>
            <a:off x="9341280" y="1469880"/>
            <a:ext cx="2850480" cy="364680"/>
          </a:xfrm>
          <a:prstGeom prst="rect">
            <a:avLst/>
          </a:prstGeom>
          <a:noFill/>
          <a:ln w="0">
            <a:noFill/>
          </a:ln>
        </p:spPr>
        <p:style>
          <a:lnRef idx="0"/>
          <a:fillRef idx="0"/>
          <a:effectRef idx="0"/>
          <a:fontRef idx="minor"/>
        </p:style>
        <p:txBody>
          <a:bodyPr lIns="90000" rIns="90000" tIns="45000" bIns="45000">
            <a:spAutoFit/>
          </a:bodyPr>
          <a:p>
            <a:pPr algn="ctr">
              <a:lnSpc>
                <a:spcPct val="100000"/>
              </a:lnSpc>
            </a:pPr>
            <a:r>
              <a:rPr b="1" lang="en-US" sz="1800" spc="-1" strike="noStrike">
                <a:solidFill>
                  <a:srgbClr val="5792cc"/>
                </a:solidFill>
                <a:latin typeface="Arial"/>
              </a:rPr>
              <a:t>www.steris-ast.com</a:t>
            </a:r>
            <a:endParaRPr b="0" lang="en-CA" sz="1800" spc="-1" strike="noStrike">
              <a:latin typeface="Arial"/>
            </a:endParaRPr>
          </a:p>
        </p:txBody>
      </p:sp>
      <p:sp>
        <p:nvSpPr>
          <p:cNvPr id="180" name="Rectangle 1"/>
          <p:cNvSpPr/>
          <p:nvPr/>
        </p:nvSpPr>
        <p:spPr>
          <a:xfrm flipV="1" rot="10800000">
            <a:off x="360" y="6769800"/>
            <a:ext cx="12191760" cy="87480"/>
          </a:xfrm>
          <a:prstGeom prst="rect">
            <a:avLst/>
          </a:prstGeom>
          <a:solidFill>
            <a:srgbClr val="5792cc"/>
          </a:solidFill>
          <a:ln>
            <a:noFill/>
          </a:ln>
        </p:spPr>
        <p:style>
          <a:lnRef idx="2">
            <a:schemeClr val="accent1">
              <a:shade val="50000"/>
            </a:schemeClr>
          </a:lnRef>
          <a:fillRef idx="1">
            <a:schemeClr val="accent1"/>
          </a:fillRef>
          <a:effectRef idx="0">
            <a:schemeClr val="accent1"/>
          </a:effectRef>
          <a:fontRef idx="minor"/>
        </p:style>
      </p:sp>
      <p:pic>
        <p:nvPicPr>
          <p:cNvPr id="181" name="Picture 4" descr=""/>
          <p:cNvPicPr/>
          <p:nvPr/>
        </p:nvPicPr>
        <p:blipFill>
          <a:blip r:embed="rId6"/>
          <a:srcRect l="-7698" t="-3463" r="0" b="0"/>
          <a:stretch/>
        </p:blipFill>
        <p:spPr>
          <a:xfrm>
            <a:off x="6866640" y="2070360"/>
            <a:ext cx="5268600" cy="4710240"/>
          </a:xfrm>
          <a:prstGeom prst="rect">
            <a:avLst/>
          </a:prstGeom>
          <a:ln w="0">
            <a:noFill/>
          </a:ln>
        </p:spPr>
      </p:pic>
      <p:sp>
        <p:nvSpPr>
          <p:cNvPr id="182" name="PlaceHolder 2"/>
          <p:cNvSpPr>
            <a:spLocks noGrp="1"/>
          </p:cNvSpPr>
          <p:nvPr>
            <p:ph type="title"/>
          </p:nvPr>
        </p:nvSpPr>
        <p:spPr>
          <a:xfrm>
            <a:off x="609480" y="273600"/>
            <a:ext cx="10972440" cy="1144800"/>
          </a:xfrm>
          <a:prstGeom prst="rect">
            <a:avLst/>
          </a:prstGeom>
        </p:spPr>
        <p:txBody>
          <a:bodyPr lIns="0" rIns="0" tIns="0" bIns="0" anchor="ctr">
            <a:noAutofit/>
          </a:bodyPr>
          <a:p>
            <a:r>
              <a:rPr b="0" lang="en-US" sz="1800" spc="-1" strike="noStrike">
                <a:solidFill>
                  <a:srgbClr val="1b1c1e"/>
                </a:solidFill>
                <a:latin typeface="Arial"/>
              </a:rPr>
              <a:t>Click to edit </a:t>
            </a:r>
            <a:r>
              <a:rPr b="0" lang="en-US" sz="1800" spc="-1" strike="noStrike">
                <a:solidFill>
                  <a:srgbClr val="1b1c1e"/>
                </a:solidFill>
                <a:latin typeface="Arial"/>
              </a:rPr>
              <a:t>the title text </a:t>
            </a:r>
            <a:r>
              <a:rPr b="0" lang="en-US" sz="1800" spc="-1" strike="noStrike">
                <a:solidFill>
                  <a:srgbClr val="1b1c1e"/>
                </a:solidFill>
                <a:latin typeface="Arial"/>
              </a:rPr>
              <a:t>format</a:t>
            </a:r>
            <a:endParaRPr b="0" lang="en-US" sz="1800" spc="-1" strike="noStrike">
              <a:solidFill>
                <a:srgbClr val="1b1c1e"/>
              </a:solidFill>
              <a:latin typeface="Arial"/>
            </a:endParaRPr>
          </a:p>
        </p:txBody>
      </p:sp>
    </p:spTree>
  </p:cSld>
  <p:clrMap bg1="lt1" bg2="lt2" tx1="dk1" tx2="dk2" accent1="accent1" accent2="accent2" accent3="accent3" accent4="accent4" accent5="accent5" accent6="accent6" hlink="hlink" folHlink="folHlink"/>
  <p:sldLayoutIdLst>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 id="2147483712" r:id="rId18"/>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25.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7.jpeg"/><Relationship Id="rId2" Type="http://schemas.openxmlformats.org/officeDocument/2006/relationships/slideLayout" Target="../slideLayouts/slideLayout25.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jpeg"/><Relationship Id="rId3" Type="http://schemas.openxmlformats.org/officeDocument/2006/relationships/image" Target="../media/image20.jpeg"/><Relationship Id="rId4" Type="http://schemas.openxmlformats.org/officeDocument/2006/relationships/slideLayout" Target="../slideLayouts/slideLayout37.xml"/><Relationship Id="rId5"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slideLayout" Target="../slideLayouts/slideLayout25.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Text Placeholder 1"/>
          <p:cNvSpPr txBox="1"/>
          <p:nvPr/>
        </p:nvSpPr>
        <p:spPr>
          <a:xfrm>
            <a:off x="644400" y="4375440"/>
            <a:ext cx="10120320" cy="1114920"/>
          </a:xfrm>
          <a:prstGeom prst="rect">
            <a:avLst/>
          </a:prstGeom>
          <a:noFill/>
          <a:ln w="0">
            <a:noFill/>
          </a:ln>
        </p:spPr>
        <p:txBody>
          <a:bodyPr lIns="90000" rIns="90000" tIns="45000" bIns="45000">
            <a:normAutofit fontScale="54000"/>
          </a:bodyPr>
          <a:p>
            <a:pPr>
              <a:lnSpc>
                <a:spcPct val="90000"/>
              </a:lnSpc>
              <a:spcBef>
                <a:spcPts val="1001"/>
              </a:spcBef>
              <a:tabLst>
                <a:tab algn="l" pos="0"/>
              </a:tabLst>
            </a:pPr>
            <a:r>
              <a:rPr b="1" lang="en-US" sz="4000" spc="-1" strike="noStrike">
                <a:solidFill>
                  <a:srgbClr val="51545a"/>
                </a:solidFill>
                <a:latin typeface="Arial"/>
              </a:rPr>
              <a:t>SCIENTIFIC EXCHANGE ON MODELING &amp; SIMULATION FOR RADIATION STERILIZATION</a:t>
            </a:r>
            <a:endParaRPr b="0" lang="en-US" sz="4000" spc="-1" strike="noStrike">
              <a:solidFill>
                <a:srgbClr val="1b1c1e"/>
              </a:solidFill>
              <a:latin typeface="Arial"/>
            </a:endParaRPr>
          </a:p>
        </p:txBody>
      </p:sp>
      <p:sp>
        <p:nvSpPr>
          <p:cNvPr id="226" name="Text Placeholder 2"/>
          <p:cNvSpPr txBox="1"/>
          <p:nvPr/>
        </p:nvSpPr>
        <p:spPr>
          <a:xfrm>
            <a:off x="644400" y="5763600"/>
            <a:ext cx="7619040" cy="546840"/>
          </a:xfrm>
          <a:prstGeom prst="rect">
            <a:avLst/>
          </a:prstGeom>
          <a:noFill/>
          <a:ln w="0">
            <a:noFill/>
          </a:ln>
        </p:spPr>
        <p:txBody>
          <a:bodyPr lIns="90000" rIns="90000" tIns="45000" bIns="45000">
            <a:normAutofit fontScale="97000"/>
          </a:bodyPr>
          <a:p>
            <a:pPr>
              <a:lnSpc>
                <a:spcPct val="90000"/>
              </a:lnSpc>
              <a:spcBef>
                <a:spcPts val="1001"/>
              </a:spcBef>
              <a:tabLst>
                <a:tab algn="l" pos="0"/>
              </a:tabLst>
            </a:pPr>
            <a:r>
              <a:rPr b="1" lang="en-US" sz="3600" spc="-1" strike="noStrike">
                <a:solidFill>
                  <a:srgbClr val="5792cc"/>
                </a:solidFill>
                <a:latin typeface="Arial"/>
              </a:rPr>
              <a:t>October 6, 2025</a:t>
            </a:r>
            <a:endParaRPr b="0" lang="en-US" sz="3600" spc="-1" strike="noStrike">
              <a:solidFill>
                <a:srgbClr val="1b1c1e"/>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Text Placeholder 4"/>
          <p:cNvSpPr txBox="1"/>
          <p:nvPr/>
        </p:nvSpPr>
        <p:spPr>
          <a:xfrm>
            <a:off x="644400" y="1566000"/>
            <a:ext cx="6716160" cy="2428200"/>
          </a:xfrm>
          <a:prstGeom prst="rect">
            <a:avLst/>
          </a:prstGeom>
          <a:noFill/>
          <a:ln w="0">
            <a:noFill/>
          </a:ln>
        </p:spPr>
        <p:txBody>
          <a:bodyPr lIns="90000" rIns="90000" tIns="45000" bIns="45000">
            <a:normAutofit fontScale="46000"/>
          </a:bodyPr>
          <a:p>
            <a:pPr>
              <a:lnSpc>
                <a:spcPct val="90000"/>
              </a:lnSpc>
              <a:spcBef>
                <a:spcPts val="1001"/>
              </a:spcBef>
              <a:tabLst>
                <a:tab algn="l" pos="0"/>
              </a:tabLst>
            </a:pPr>
            <a:r>
              <a:rPr b="1" lang="en-US" sz="6000" spc="-1" strike="noStrike">
                <a:solidFill>
                  <a:srgbClr val="51545a"/>
                </a:solidFill>
                <a:latin typeface="Arial"/>
              </a:rPr>
              <a:t>Science &amp; Engineering of Radiation Processing (SERP)</a:t>
            </a:r>
            <a:endParaRPr b="0" lang="en-US" sz="6000" spc="-1" strike="noStrike">
              <a:solidFill>
                <a:srgbClr val="1b1c1e"/>
              </a:solidFill>
              <a:latin typeface="Arial"/>
            </a:endParaRPr>
          </a:p>
        </p:txBody>
      </p:sp>
      <p:sp>
        <p:nvSpPr>
          <p:cNvPr id="228" name="Text Placeholder 3"/>
          <p:cNvSpPr txBox="1"/>
          <p:nvPr/>
        </p:nvSpPr>
        <p:spPr>
          <a:xfrm>
            <a:off x="644400" y="4593240"/>
            <a:ext cx="7871400" cy="574920"/>
          </a:xfrm>
          <a:prstGeom prst="rect">
            <a:avLst/>
          </a:prstGeom>
          <a:noFill/>
          <a:ln w="0">
            <a:noFill/>
          </a:ln>
        </p:spPr>
        <p:txBody>
          <a:bodyPr lIns="90000" rIns="90000" tIns="45000" bIns="45000">
            <a:normAutofit/>
          </a:bodyPr>
          <a:p>
            <a:endParaRPr b="0" lang="en-US" sz="2800" spc="-1" strike="noStrike">
              <a:solidFill>
                <a:srgbClr val="1b1c1e"/>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Text Placeholder 2"/>
          <p:cNvSpPr txBox="1"/>
          <p:nvPr/>
        </p:nvSpPr>
        <p:spPr>
          <a:xfrm>
            <a:off x="681120" y="1104120"/>
            <a:ext cx="7985160" cy="368280"/>
          </a:xfrm>
          <a:prstGeom prst="rect">
            <a:avLst/>
          </a:prstGeom>
          <a:noFill/>
          <a:ln w="0">
            <a:noFill/>
          </a:ln>
        </p:spPr>
        <p:txBody>
          <a:bodyPr lIns="90000" rIns="90000" tIns="45000" bIns="45000">
            <a:normAutofit fontScale="39000"/>
          </a:bodyPr>
          <a:p>
            <a:pPr>
              <a:lnSpc>
                <a:spcPct val="90000"/>
              </a:lnSpc>
              <a:spcBef>
                <a:spcPts val="1001"/>
              </a:spcBef>
              <a:tabLst>
                <a:tab algn="l" pos="0"/>
              </a:tabLst>
            </a:pPr>
            <a:r>
              <a:rPr b="0" lang="en-US" sz="2000" spc="-1" strike="noStrike">
                <a:solidFill>
                  <a:srgbClr val="5792cc"/>
                </a:solidFill>
                <a:latin typeface="Arial"/>
              </a:rPr>
              <a:t>Occurred September 16-17, 2025, at National Institute of Standards and Technology</a:t>
            </a:r>
            <a:endParaRPr b="0" lang="en-US" sz="2000" spc="-1" strike="noStrike">
              <a:solidFill>
                <a:srgbClr val="1b1c1e"/>
              </a:solidFill>
              <a:latin typeface="Arial"/>
            </a:endParaRPr>
          </a:p>
        </p:txBody>
      </p:sp>
      <p:sp>
        <p:nvSpPr>
          <p:cNvPr id="230" name="TextBox 5"/>
          <p:cNvSpPr/>
          <p:nvPr/>
        </p:nvSpPr>
        <p:spPr>
          <a:xfrm>
            <a:off x="620280" y="1666080"/>
            <a:ext cx="5475600" cy="4740480"/>
          </a:xfrm>
          <a:prstGeom prst="rect">
            <a:avLst/>
          </a:prstGeom>
          <a:noFill/>
          <a:ln w="0">
            <a:noFill/>
          </a:ln>
        </p:spPr>
        <p:style>
          <a:lnRef idx="0"/>
          <a:fillRef idx="0"/>
          <a:effectRef idx="0"/>
          <a:fontRef idx="minor"/>
        </p:style>
        <p:txBody>
          <a:bodyPr lIns="90000" rIns="90000" tIns="45000" bIns="45000">
            <a:normAutofit fontScale="88000"/>
          </a:bodyPr>
          <a:p>
            <a:pPr>
              <a:lnSpc>
                <a:spcPct val="100000"/>
              </a:lnSpc>
              <a:spcBef>
                <a:spcPts val="2500"/>
              </a:spcBef>
              <a:spcAft>
                <a:spcPts val="601"/>
              </a:spcAft>
              <a:tabLst>
                <a:tab algn="l" pos="0"/>
              </a:tabLst>
            </a:pPr>
            <a:r>
              <a:rPr b="1" lang="en-US" sz="1400" spc="-1" strike="noStrike">
                <a:solidFill>
                  <a:srgbClr val="1b1c1e"/>
                </a:solidFill>
                <a:latin typeface="Arial"/>
              </a:rPr>
              <a:t>Interdisciplinary Collaboration</a:t>
            </a:r>
            <a:endParaRPr b="0" lang="en-CA" sz="1400" spc="-1" strike="noStrike">
              <a:latin typeface="Arial"/>
            </a:endParaRPr>
          </a:p>
          <a:p>
            <a:pPr>
              <a:lnSpc>
                <a:spcPct val="100000"/>
              </a:lnSpc>
              <a:spcBef>
                <a:spcPts val="1001"/>
              </a:spcBef>
              <a:spcAft>
                <a:spcPts val="601"/>
              </a:spcAft>
              <a:tabLst>
                <a:tab algn="l" pos="0"/>
              </a:tabLst>
            </a:pPr>
            <a:r>
              <a:rPr b="0" lang="en-US" sz="1400" spc="-1" strike="noStrike">
                <a:solidFill>
                  <a:srgbClr val="1b1c1e"/>
                </a:solidFill>
                <a:latin typeface="Arial"/>
              </a:rPr>
              <a:t>Experts from industry, academia, regulatory bodies, and standards organizations collaborated to advance modeling for radiation sterilization.</a:t>
            </a:r>
            <a:endParaRPr b="0" lang="en-CA" sz="1400" spc="-1" strike="noStrike">
              <a:latin typeface="Arial"/>
            </a:endParaRPr>
          </a:p>
          <a:p>
            <a:pPr>
              <a:lnSpc>
                <a:spcPct val="100000"/>
              </a:lnSpc>
              <a:spcBef>
                <a:spcPts val="2500"/>
              </a:spcBef>
              <a:spcAft>
                <a:spcPts val="601"/>
              </a:spcAft>
              <a:tabLst>
                <a:tab algn="l" pos="0"/>
              </a:tabLst>
            </a:pPr>
            <a:r>
              <a:rPr b="1" lang="en-US" sz="1400" spc="-1" strike="noStrike">
                <a:solidFill>
                  <a:srgbClr val="1b1c1e"/>
                </a:solidFill>
                <a:latin typeface="Arial"/>
              </a:rPr>
              <a:t>Consensus and Roadmap Development</a:t>
            </a:r>
            <a:endParaRPr b="0" lang="en-CA" sz="1400" spc="-1" strike="noStrike">
              <a:latin typeface="Arial"/>
            </a:endParaRPr>
          </a:p>
          <a:p>
            <a:pPr>
              <a:lnSpc>
                <a:spcPct val="100000"/>
              </a:lnSpc>
              <a:spcBef>
                <a:spcPts val="1001"/>
              </a:spcBef>
              <a:spcAft>
                <a:spcPts val="601"/>
              </a:spcAft>
              <a:tabLst>
                <a:tab algn="l" pos="0"/>
              </a:tabLst>
            </a:pPr>
            <a:r>
              <a:rPr b="0" lang="en-US" sz="1400" spc="-1" strike="noStrike">
                <a:solidFill>
                  <a:srgbClr val="1b1c1e"/>
                </a:solidFill>
                <a:latin typeface="Arial"/>
              </a:rPr>
              <a:t>Roughly 50 participants focused on building consensus and shaping a roadmap for robust, traceable modeling and simulation methods.</a:t>
            </a:r>
            <a:endParaRPr b="0" lang="en-CA" sz="1400" spc="-1" strike="noStrike">
              <a:latin typeface="Arial"/>
            </a:endParaRPr>
          </a:p>
          <a:p>
            <a:pPr>
              <a:lnSpc>
                <a:spcPct val="100000"/>
              </a:lnSpc>
              <a:spcBef>
                <a:spcPts val="2500"/>
              </a:spcBef>
              <a:spcAft>
                <a:spcPts val="601"/>
              </a:spcAft>
              <a:tabLst>
                <a:tab algn="l" pos="0"/>
              </a:tabLst>
            </a:pPr>
            <a:r>
              <a:rPr b="1" lang="en-US" sz="1400" spc="-1" strike="noStrike">
                <a:solidFill>
                  <a:srgbClr val="1b1c1e"/>
                </a:solidFill>
                <a:latin typeface="Arial"/>
              </a:rPr>
              <a:t>Agenda</a:t>
            </a:r>
            <a:endParaRPr b="0" lang="en-CA" sz="1400" spc="-1" strike="noStrike">
              <a:latin typeface="Arial"/>
            </a:endParaRPr>
          </a:p>
          <a:p>
            <a:pPr>
              <a:lnSpc>
                <a:spcPct val="100000"/>
              </a:lnSpc>
              <a:spcBef>
                <a:spcPts val="1001"/>
              </a:spcBef>
              <a:spcAft>
                <a:spcPts val="601"/>
              </a:spcAft>
              <a:tabLst>
                <a:tab algn="l" pos="0"/>
              </a:tabLst>
            </a:pPr>
            <a:r>
              <a:rPr b="0" lang="en-US" sz="1400" spc="-1" strike="noStrike">
                <a:solidFill>
                  <a:srgbClr val="1b1c1e"/>
                </a:solidFill>
                <a:latin typeface="Arial"/>
              </a:rPr>
              <a:t>Over two days, the scientific exchange at NIST featured plenary talks, breakout sessions, and panel discussions that traced the evolution of modeling in radiation processing and regulatory science, explored lessons from radiation oncology, identified barriers and opportunities for standardization, showcased real-world case studies and a mock FDA submission validating simulation against physical measurements, and concluded with collaborative planning for standards development, regulatory engagement, and future exchanges.</a:t>
            </a:r>
            <a:endParaRPr b="0" lang="en-CA" sz="1400" spc="-1" strike="noStrike">
              <a:latin typeface="Arial"/>
            </a:endParaRPr>
          </a:p>
        </p:txBody>
      </p:sp>
      <p:sp>
        <p:nvSpPr>
          <p:cNvPr id="231" name="TextBox 4"/>
          <p:cNvSpPr/>
          <p:nvPr/>
        </p:nvSpPr>
        <p:spPr>
          <a:xfrm>
            <a:off x="619920" y="228960"/>
            <a:ext cx="8046360" cy="607320"/>
          </a:xfrm>
          <a:prstGeom prst="rect">
            <a:avLst/>
          </a:prstGeom>
          <a:noFill/>
          <a:ln w="0">
            <a:noFill/>
          </a:ln>
        </p:spPr>
        <p:style>
          <a:lnRef idx="0"/>
          <a:fillRef idx="0"/>
          <a:effectRef idx="0"/>
          <a:fontRef idx="minor"/>
        </p:style>
        <p:txBody>
          <a:bodyPr lIns="90000" rIns="90000" tIns="45000" bIns="45000" anchor="b">
            <a:normAutofit/>
          </a:bodyPr>
          <a:p>
            <a:pPr>
              <a:lnSpc>
                <a:spcPct val="90000"/>
              </a:lnSpc>
              <a:spcBef>
                <a:spcPts val="1001"/>
              </a:spcBef>
              <a:spcAft>
                <a:spcPts val="601"/>
              </a:spcAft>
            </a:pPr>
            <a:r>
              <a:rPr b="1" lang="en-US" sz="3700" spc="-1" strike="noStrike">
                <a:solidFill>
                  <a:srgbClr val="424242"/>
                </a:solidFill>
                <a:latin typeface="Arial"/>
              </a:rPr>
              <a:t>Scientific Exchange Highlights</a:t>
            </a:r>
            <a:endParaRPr b="0" lang="en-CA" sz="3700" spc="-1" strike="noStrike">
              <a:latin typeface="Arial"/>
            </a:endParaRPr>
          </a:p>
        </p:txBody>
      </p:sp>
      <p:pic>
        <p:nvPicPr>
          <p:cNvPr id="232" name="Picture 2" descr=""/>
          <p:cNvPicPr/>
          <p:nvPr/>
        </p:nvPicPr>
        <p:blipFill>
          <a:blip r:embed="rId1"/>
          <a:stretch/>
        </p:blipFill>
        <p:spPr>
          <a:xfrm>
            <a:off x="6532920" y="2108160"/>
            <a:ext cx="5356440" cy="3570840"/>
          </a:xfrm>
          <a:prstGeom prst="rect">
            <a:avLst/>
          </a:prstGeom>
          <a:ln w="0">
            <a:noFill/>
          </a:ln>
        </p:spPr>
      </p:pic>
    </p:spTree>
  </p:cSld>
  <p:transition>
    <p:fade/>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Text Placeholder 2"/>
          <p:cNvSpPr txBox="1"/>
          <p:nvPr/>
        </p:nvSpPr>
        <p:spPr>
          <a:xfrm>
            <a:off x="681120" y="1104120"/>
            <a:ext cx="7985160" cy="368280"/>
          </a:xfrm>
          <a:prstGeom prst="rect">
            <a:avLst/>
          </a:prstGeom>
          <a:noFill/>
          <a:ln w="0">
            <a:noFill/>
          </a:ln>
        </p:spPr>
        <p:txBody>
          <a:bodyPr lIns="90000" rIns="90000" tIns="45000" bIns="45000">
            <a:noAutofit/>
          </a:bodyPr>
          <a:p>
            <a:endParaRPr b="0" lang="en-US" sz="2800" spc="-1" strike="noStrike">
              <a:solidFill>
                <a:srgbClr val="1b1c1e"/>
              </a:solidFill>
              <a:latin typeface="Arial"/>
            </a:endParaRPr>
          </a:p>
        </p:txBody>
      </p:sp>
      <p:sp>
        <p:nvSpPr>
          <p:cNvPr id="234" name="TextBox 5"/>
          <p:cNvSpPr/>
          <p:nvPr/>
        </p:nvSpPr>
        <p:spPr>
          <a:xfrm>
            <a:off x="619920" y="1666080"/>
            <a:ext cx="5475600" cy="4740480"/>
          </a:xfrm>
          <a:prstGeom prst="rect">
            <a:avLst/>
          </a:prstGeom>
          <a:noFill/>
          <a:ln w="0">
            <a:noFill/>
          </a:ln>
        </p:spPr>
        <p:style>
          <a:lnRef idx="0"/>
          <a:fillRef idx="0"/>
          <a:effectRef idx="0"/>
          <a:fontRef idx="minor"/>
        </p:style>
        <p:txBody>
          <a:bodyPr lIns="90000" rIns="90000" tIns="45000" bIns="45000">
            <a:normAutofit/>
          </a:bodyPr>
          <a:p>
            <a:pPr>
              <a:lnSpc>
                <a:spcPct val="100000"/>
              </a:lnSpc>
              <a:spcBef>
                <a:spcPts val="2500"/>
              </a:spcBef>
              <a:spcAft>
                <a:spcPts val="601"/>
              </a:spcAft>
              <a:tabLst>
                <a:tab algn="l" pos="0"/>
              </a:tabLst>
            </a:pPr>
            <a:r>
              <a:rPr b="1" lang="en-US" sz="1400" spc="-1" strike="noStrike">
                <a:solidFill>
                  <a:srgbClr val="1b1c1e"/>
                </a:solidFill>
                <a:latin typeface="Arial"/>
              </a:rPr>
              <a:t>Functional Equivalence</a:t>
            </a:r>
            <a:endParaRPr b="0" lang="en-CA" sz="1400" spc="-1" strike="noStrike">
              <a:latin typeface="Arial"/>
            </a:endParaRPr>
          </a:p>
          <a:p>
            <a:pPr>
              <a:lnSpc>
                <a:spcPct val="100000"/>
              </a:lnSpc>
              <a:spcBef>
                <a:spcPts val="1001"/>
              </a:spcBef>
              <a:spcAft>
                <a:spcPts val="601"/>
              </a:spcAft>
              <a:tabLst>
                <a:tab algn="l" pos="0"/>
              </a:tabLst>
            </a:pPr>
            <a:r>
              <a:rPr b="0" lang="en-US" sz="1400" spc="-1" strike="noStrike">
                <a:solidFill>
                  <a:srgbClr val="1b1c1e"/>
                </a:solidFill>
                <a:latin typeface="Arial"/>
              </a:rPr>
              <a:t>Technical insights from the event highlighted the versatility and value of modeling in radiation sterilization, emphasizing that functional equivalence—achieving the same safety and efficacy outcomes as physical testing—is central to the acceptance of simulation methods.</a:t>
            </a:r>
            <a:endParaRPr b="0" lang="en-CA" sz="1400" spc="-1" strike="noStrike">
              <a:latin typeface="Arial"/>
            </a:endParaRPr>
          </a:p>
          <a:p>
            <a:pPr>
              <a:lnSpc>
                <a:spcPct val="100000"/>
              </a:lnSpc>
              <a:spcBef>
                <a:spcPts val="2500"/>
              </a:spcBef>
              <a:spcAft>
                <a:spcPts val="601"/>
              </a:spcAft>
              <a:tabLst>
                <a:tab algn="l" pos="0"/>
              </a:tabLst>
            </a:pPr>
            <a:r>
              <a:rPr b="1" lang="en-US" sz="1400" spc="-1" strike="noStrike">
                <a:solidFill>
                  <a:srgbClr val="1b1c1e"/>
                </a:solidFill>
                <a:latin typeface="Arial"/>
              </a:rPr>
              <a:t>Modeling vs Physical Testing</a:t>
            </a:r>
            <a:endParaRPr b="0" lang="en-CA" sz="1400" spc="-1" strike="noStrike">
              <a:latin typeface="Arial"/>
            </a:endParaRPr>
          </a:p>
          <a:p>
            <a:pPr>
              <a:lnSpc>
                <a:spcPct val="100000"/>
              </a:lnSpc>
              <a:spcBef>
                <a:spcPts val="1001"/>
              </a:spcBef>
              <a:spcAft>
                <a:spcPts val="601"/>
              </a:spcAft>
              <a:tabLst>
                <a:tab algn="l" pos="0"/>
              </a:tabLst>
            </a:pPr>
            <a:r>
              <a:rPr b="0" lang="en-US" sz="1400" spc="-1" strike="noStrike">
                <a:solidFill>
                  <a:srgbClr val="1b1c1e"/>
                </a:solidFill>
                <a:latin typeface="Arial"/>
              </a:rPr>
              <a:t>Monte Carlo simulations, using tools like RayXpert and MCNP, enable accurate dose mapping, shielding design, and validation against physical measurements, which are essential for ensuring device safety and efficacy, especially when physical testing is impractical.</a:t>
            </a:r>
            <a:endParaRPr b="0" lang="en-CA" sz="1400" spc="-1" strike="noStrike">
              <a:latin typeface="Arial"/>
            </a:endParaRPr>
          </a:p>
          <a:p>
            <a:pPr>
              <a:lnSpc>
                <a:spcPct val="100000"/>
              </a:lnSpc>
              <a:spcBef>
                <a:spcPts val="2500"/>
              </a:spcBef>
              <a:spcAft>
                <a:spcPts val="601"/>
              </a:spcAft>
              <a:tabLst>
                <a:tab algn="l" pos="0"/>
              </a:tabLst>
            </a:pPr>
            <a:r>
              <a:rPr b="1" lang="en-US" sz="1400" spc="-1" strike="noStrike">
                <a:solidFill>
                  <a:srgbClr val="1b1c1e"/>
                </a:solidFill>
                <a:latin typeface="Arial"/>
              </a:rPr>
              <a:t>Real-world Application Examples</a:t>
            </a:r>
            <a:endParaRPr b="0" lang="en-CA" sz="1400" spc="-1" strike="noStrike">
              <a:latin typeface="Arial"/>
            </a:endParaRPr>
          </a:p>
          <a:p>
            <a:pPr>
              <a:lnSpc>
                <a:spcPct val="100000"/>
              </a:lnSpc>
              <a:spcBef>
                <a:spcPts val="1001"/>
              </a:spcBef>
              <a:spcAft>
                <a:spcPts val="601"/>
              </a:spcAft>
              <a:tabLst>
                <a:tab algn="l" pos="0"/>
              </a:tabLst>
            </a:pPr>
            <a:r>
              <a:rPr b="0" lang="en-US" sz="1400" spc="-1" strike="noStrike">
                <a:solidFill>
                  <a:srgbClr val="1b1c1e"/>
                </a:solidFill>
                <a:latin typeface="Arial"/>
              </a:rPr>
              <a:t>Industry, academia, and government case studies presented by Johnson&amp;Johnson, Georgia Institute of Technology, and the National Institute of Health.</a:t>
            </a:r>
            <a:endParaRPr b="0" lang="en-CA" sz="1400" spc="-1" strike="noStrike">
              <a:latin typeface="Arial"/>
            </a:endParaRPr>
          </a:p>
        </p:txBody>
      </p:sp>
      <p:sp>
        <p:nvSpPr>
          <p:cNvPr id="235" name="TextBox 4"/>
          <p:cNvSpPr/>
          <p:nvPr/>
        </p:nvSpPr>
        <p:spPr>
          <a:xfrm>
            <a:off x="619920" y="228960"/>
            <a:ext cx="8046360" cy="607320"/>
          </a:xfrm>
          <a:prstGeom prst="rect">
            <a:avLst/>
          </a:prstGeom>
          <a:noFill/>
          <a:ln w="0">
            <a:noFill/>
          </a:ln>
        </p:spPr>
        <p:style>
          <a:lnRef idx="0"/>
          <a:fillRef idx="0"/>
          <a:effectRef idx="0"/>
          <a:fontRef idx="minor"/>
        </p:style>
        <p:txBody>
          <a:bodyPr lIns="90000" rIns="90000" tIns="45000" bIns="45000" anchor="b">
            <a:normAutofit/>
          </a:bodyPr>
          <a:p>
            <a:pPr>
              <a:lnSpc>
                <a:spcPct val="90000"/>
              </a:lnSpc>
              <a:spcBef>
                <a:spcPts val="1001"/>
              </a:spcBef>
              <a:spcAft>
                <a:spcPts val="601"/>
              </a:spcAft>
            </a:pPr>
            <a:r>
              <a:rPr b="1" lang="en-US" sz="3700" spc="-1" strike="noStrike">
                <a:solidFill>
                  <a:srgbClr val="424242"/>
                </a:solidFill>
                <a:latin typeface="Arial"/>
              </a:rPr>
              <a:t>Technical Insights &amp; Case Studies</a:t>
            </a:r>
            <a:endParaRPr b="0" lang="en-CA" sz="3700" spc="-1" strike="noStrike">
              <a:latin typeface="Arial"/>
            </a:endParaRPr>
          </a:p>
        </p:txBody>
      </p:sp>
      <p:pic>
        <p:nvPicPr>
          <p:cNvPr id="236" name="Picture 2" descr="A medical device image showing a flexible, catheter-delivered endovascular stent graft system. The device features a long, tubular graft structure with integrated support rings and a delivery catheter. It is designed to treat vascular conditions such as aneurysms by reinforcing blood vessel walls."/>
          <p:cNvPicPr/>
          <p:nvPr/>
        </p:nvPicPr>
        <p:blipFill>
          <a:blip r:embed="rId1"/>
          <a:stretch/>
        </p:blipFill>
        <p:spPr>
          <a:xfrm>
            <a:off x="7554600" y="1666080"/>
            <a:ext cx="3942360" cy="4258800"/>
          </a:xfrm>
          <a:prstGeom prst="rect">
            <a:avLst/>
          </a:prstGeom>
          <a:ln w="0">
            <a:noFill/>
          </a:ln>
        </p:spPr>
      </p:pic>
      <p:sp>
        <p:nvSpPr>
          <p:cNvPr id="237" name="Footer Placeholder 4"/>
          <p:cNvSpPr/>
          <p:nvPr/>
        </p:nvSpPr>
        <p:spPr>
          <a:xfrm>
            <a:off x="7548120" y="6446520"/>
            <a:ext cx="3948840" cy="364680"/>
          </a:xfrm>
          <a:prstGeom prst="rect">
            <a:avLst/>
          </a:prstGeom>
          <a:noFill/>
          <a:ln w="0">
            <a:noFill/>
          </a:ln>
        </p:spPr>
        <p:style>
          <a:lnRef idx="0"/>
          <a:fillRef idx="0"/>
          <a:effectRef idx="0"/>
          <a:fontRef idx="minor"/>
        </p:style>
        <p:txBody>
          <a:bodyPr lIns="90000" rIns="90000" tIns="45000" bIns="45000" anchor="ctr">
            <a:normAutofit fontScale="9000"/>
          </a:bodyPr>
          <a:p>
            <a:pPr>
              <a:lnSpc>
                <a:spcPct val="90000"/>
              </a:lnSpc>
              <a:spcBef>
                <a:spcPts val="1001"/>
              </a:spcBef>
              <a:spcAft>
                <a:spcPts val="601"/>
              </a:spcAft>
              <a:tabLst>
                <a:tab algn="l" pos="0"/>
              </a:tabLst>
            </a:pPr>
            <a:r>
              <a:rPr b="0" lang="en-US" sz="2000" spc="-1" strike="noStrike">
                <a:solidFill>
                  <a:srgbClr val="5792cc"/>
                </a:solidFill>
                <a:latin typeface="Arial"/>
              </a:rPr>
              <a:t>Medtronic, “Medtronic’s Endurant II/IIs Stent Graft System Receives CE Mark For Use With ChEVAR Parallel Graft Technique,” 9 December 2016.</a:t>
            </a:r>
            <a:endParaRPr b="0" lang="en-CA" sz="2000" spc="-1" strike="noStrike">
              <a:latin typeface="Arial"/>
            </a:endParaRPr>
          </a:p>
        </p:txBody>
      </p:sp>
    </p:spTree>
  </p:cSld>
  <p:transition>
    <p:fade/>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TextBox 4"/>
          <p:cNvSpPr/>
          <p:nvPr/>
        </p:nvSpPr>
        <p:spPr>
          <a:xfrm>
            <a:off x="619920" y="228960"/>
            <a:ext cx="8046360" cy="607320"/>
          </a:xfrm>
          <a:prstGeom prst="rect">
            <a:avLst/>
          </a:prstGeom>
          <a:noFill/>
          <a:ln w="0">
            <a:noFill/>
          </a:ln>
        </p:spPr>
        <p:style>
          <a:lnRef idx="0"/>
          <a:fillRef idx="0"/>
          <a:effectRef idx="0"/>
          <a:fontRef idx="minor"/>
        </p:style>
        <p:txBody>
          <a:bodyPr lIns="90000" rIns="90000" tIns="45000" bIns="45000" anchor="b">
            <a:normAutofit/>
          </a:bodyPr>
          <a:p>
            <a:pPr>
              <a:lnSpc>
                <a:spcPct val="90000"/>
              </a:lnSpc>
              <a:spcBef>
                <a:spcPts val="1001"/>
              </a:spcBef>
              <a:spcAft>
                <a:spcPts val="601"/>
              </a:spcAft>
            </a:pPr>
            <a:r>
              <a:rPr b="1" lang="en-US" sz="3700" spc="-1" strike="noStrike">
                <a:solidFill>
                  <a:srgbClr val="424242"/>
                </a:solidFill>
                <a:latin typeface="Arial"/>
              </a:rPr>
              <a:t>Regulatory Insights &amp; Modeling</a:t>
            </a:r>
            <a:endParaRPr b="0" lang="en-CA" sz="3700" spc="-1" strike="noStrike">
              <a:latin typeface="Arial"/>
            </a:endParaRPr>
          </a:p>
        </p:txBody>
      </p:sp>
      <p:sp>
        <p:nvSpPr>
          <p:cNvPr id="239" name=""/>
          <p:cNvSpPr/>
          <p:nvPr/>
        </p:nvSpPr>
        <p:spPr>
          <a:xfrm>
            <a:off x="619920" y="1354320"/>
            <a:ext cx="10898640" cy="5052240"/>
          </a:xfrm>
          <a:prstGeom prst="rect">
            <a:avLst/>
          </a:prstGeom>
          <a:noFill/>
          <a:ln w="0">
            <a:noFill/>
          </a:ln>
        </p:spPr>
        <p:style>
          <a:lnRef idx="0"/>
          <a:fillRef idx="0"/>
          <a:effectRef idx="0"/>
          <a:fontRef idx="minor"/>
        </p:style>
      </p:sp>
      <p:sp>
        <p:nvSpPr>
          <p:cNvPr id="240" name=""/>
          <p:cNvSpPr/>
          <p:nvPr/>
        </p:nvSpPr>
        <p:spPr>
          <a:xfrm>
            <a:off x="619920" y="1354320"/>
            <a:ext cx="1598400" cy="1598400"/>
          </a:xfrm>
          <a:prstGeom prst="rect">
            <a:avLst/>
          </a:prstGeom>
          <a:blipFill rotWithShape="0">
            <a:blip r:embed="rId1"/>
            <a:srcRect/>
            <a:stretch/>
          </a:blipFill>
          <a:ln w="0">
            <a:noFill/>
          </a:ln>
        </p:spPr>
        <p:style>
          <a:lnRef idx="0"/>
          <a:fillRef idx="0"/>
          <a:effectRef idx="2"/>
          <a:fontRef idx="minor"/>
        </p:style>
      </p:sp>
      <p:sp>
        <p:nvSpPr>
          <p:cNvPr id="241" name=""/>
          <p:cNvSpPr/>
          <p:nvPr/>
        </p:nvSpPr>
        <p:spPr>
          <a:xfrm>
            <a:off x="2398680" y="1354320"/>
            <a:ext cx="9119880" cy="377640"/>
          </a:xfrm>
          <a:prstGeom prst="rect">
            <a:avLst/>
          </a:prstGeom>
          <a:noFill/>
          <a:ln w="0">
            <a:noFill/>
          </a:ln>
        </p:spPr>
        <p:style>
          <a:lnRef idx="0"/>
          <a:fillRef idx="0"/>
          <a:effectRef idx="0"/>
          <a:fontRef idx="minor"/>
        </p:style>
        <p:txBody>
          <a:bodyPr lIns="0" rIns="23040" tIns="23040" bIns="23040">
            <a:noAutofit/>
          </a:bodyPr>
          <a:p>
            <a:pPr>
              <a:lnSpc>
                <a:spcPct val="100000"/>
              </a:lnSpc>
              <a:spcAft>
                <a:spcPts val="629"/>
              </a:spcAft>
              <a:tabLst>
                <a:tab algn="l" pos="0"/>
              </a:tabLst>
            </a:pPr>
            <a:r>
              <a:rPr b="1" lang="en-US" sz="1800" spc="-1" strike="noStrike">
                <a:solidFill>
                  <a:srgbClr val="58595b"/>
                </a:solidFill>
                <a:latin typeface="Arial"/>
              </a:rPr>
              <a:t>Modeling as Regulatory Evidence</a:t>
            </a:r>
            <a:endParaRPr b="0" lang="en-CA" sz="1800" spc="-1" strike="noStrike">
              <a:latin typeface="Arial"/>
            </a:endParaRPr>
          </a:p>
        </p:txBody>
      </p:sp>
      <p:sp>
        <p:nvSpPr>
          <p:cNvPr id="242" name=""/>
          <p:cNvSpPr/>
          <p:nvPr/>
        </p:nvSpPr>
        <p:spPr>
          <a:xfrm>
            <a:off x="2398680" y="1732320"/>
            <a:ext cx="9119880" cy="1220400"/>
          </a:xfrm>
          <a:prstGeom prst="rect">
            <a:avLst/>
          </a:prstGeom>
          <a:noFill/>
          <a:ln w="0">
            <a:noFill/>
          </a:ln>
        </p:spPr>
        <p:style>
          <a:lnRef idx="0"/>
          <a:fillRef idx="0"/>
          <a:effectRef idx="0"/>
          <a:fontRef idx="minor"/>
        </p:style>
        <p:txBody>
          <a:bodyPr lIns="0" rIns="17640" tIns="17640" bIns="17640">
            <a:noAutofit/>
          </a:bodyPr>
          <a:p>
            <a:pPr>
              <a:lnSpc>
                <a:spcPct val="100000"/>
              </a:lnSpc>
              <a:spcAft>
                <a:spcPts val="490"/>
              </a:spcAft>
              <a:tabLst>
                <a:tab algn="l" pos="0"/>
              </a:tabLst>
            </a:pPr>
            <a:r>
              <a:rPr b="0" lang="en-US" sz="1400" spc="-1" strike="noStrike">
                <a:solidFill>
                  <a:srgbClr val="58595b"/>
                </a:solidFill>
                <a:latin typeface="Arial"/>
              </a:rPr>
              <a:t>A mock FDA submission demonstrated how RayXpert simulation can be integrated into regulatory filings for radiation sterilization. The primary objective of this mock FDA Q-submission is to demonstrate how simulation data aligns with Performance Qualification (PQ) measurements, thereby supporting the device's regulatory justification. </a:t>
            </a:r>
            <a:endParaRPr b="0" lang="en-CA" sz="1400" spc="-1" strike="noStrike">
              <a:latin typeface="Arial"/>
            </a:endParaRPr>
          </a:p>
        </p:txBody>
      </p:sp>
      <p:sp>
        <p:nvSpPr>
          <p:cNvPr id="243" name=""/>
          <p:cNvSpPr/>
          <p:nvPr/>
        </p:nvSpPr>
        <p:spPr>
          <a:xfrm>
            <a:off x="619920" y="3080880"/>
            <a:ext cx="1598400" cy="1598400"/>
          </a:xfrm>
          <a:prstGeom prst="rect">
            <a:avLst/>
          </a:prstGeom>
          <a:blipFill rotWithShape="0">
            <a:blip r:embed="rId2"/>
            <a:srcRect/>
            <a:stretch/>
          </a:blipFill>
          <a:ln w="0">
            <a:noFill/>
          </a:ln>
        </p:spPr>
        <p:style>
          <a:lnRef idx="0"/>
          <a:fillRef idx="0"/>
          <a:effectRef idx="2"/>
          <a:fontRef idx="minor"/>
        </p:style>
      </p:sp>
      <p:sp>
        <p:nvSpPr>
          <p:cNvPr id="244" name=""/>
          <p:cNvSpPr/>
          <p:nvPr/>
        </p:nvSpPr>
        <p:spPr>
          <a:xfrm>
            <a:off x="2398680" y="3080880"/>
            <a:ext cx="9119880" cy="377640"/>
          </a:xfrm>
          <a:prstGeom prst="rect">
            <a:avLst/>
          </a:prstGeom>
          <a:noFill/>
          <a:ln w="0">
            <a:noFill/>
          </a:ln>
        </p:spPr>
        <p:style>
          <a:lnRef idx="0"/>
          <a:fillRef idx="0"/>
          <a:effectRef idx="0"/>
          <a:fontRef idx="minor"/>
        </p:style>
        <p:txBody>
          <a:bodyPr lIns="0" rIns="23040" tIns="23040" bIns="23040">
            <a:noAutofit/>
          </a:bodyPr>
          <a:p>
            <a:pPr>
              <a:lnSpc>
                <a:spcPct val="100000"/>
              </a:lnSpc>
              <a:spcAft>
                <a:spcPts val="629"/>
              </a:spcAft>
              <a:tabLst>
                <a:tab algn="l" pos="0"/>
              </a:tabLst>
            </a:pPr>
            <a:r>
              <a:rPr b="1" lang="en-US" sz="1800" spc="-1" strike="noStrike">
                <a:solidFill>
                  <a:srgbClr val="58595b"/>
                </a:solidFill>
                <a:latin typeface="Arial"/>
              </a:rPr>
              <a:t>Standards and Programs</a:t>
            </a:r>
            <a:endParaRPr b="0" lang="en-CA" sz="1800" spc="-1" strike="noStrike">
              <a:latin typeface="Arial"/>
            </a:endParaRPr>
          </a:p>
        </p:txBody>
      </p:sp>
      <p:sp>
        <p:nvSpPr>
          <p:cNvPr id="245" name=""/>
          <p:cNvSpPr/>
          <p:nvPr/>
        </p:nvSpPr>
        <p:spPr>
          <a:xfrm>
            <a:off x="2398680" y="3458880"/>
            <a:ext cx="9119880" cy="1220400"/>
          </a:xfrm>
          <a:prstGeom prst="rect">
            <a:avLst/>
          </a:prstGeom>
          <a:noFill/>
          <a:ln w="0">
            <a:noFill/>
          </a:ln>
        </p:spPr>
        <p:style>
          <a:lnRef idx="0"/>
          <a:fillRef idx="0"/>
          <a:effectRef idx="0"/>
          <a:fontRef idx="minor"/>
        </p:style>
        <p:txBody>
          <a:bodyPr lIns="0" rIns="17640" tIns="17640" bIns="17640">
            <a:noAutofit/>
          </a:bodyPr>
          <a:p>
            <a:pPr>
              <a:lnSpc>
                <a:spcPct val="100000"/>
              </a:lnSpc>
              <a:spcAft>
                <a:spcPts val="490"/>
              </a:spcAft>
              <a:tabLst>
                <a:tab algn="l" pos="0"/>
              </a:tabLst>
            </a:pPr>
            <a:r>
              <a:rPr b="0" lang="en-US" sz="1400" spc="-1" strike="noStrike">
                <a:solidFill>
                  <a:srgbClr val="58595b"/>
                </a:solidFill>
                <a:latin typeface="Arial"/>
              </a:rPr>
              <a:t>The FDA recognizes simulation modeling as credible evidence for device submissions, ensuring scientific rigor and credibility. ASME V&amp;V 40-2018 standard and the MDDT program support reliable model credibility and streamline device submissions.</a:t>
            </a:r>
            <a:endParaRPr b="0" lang="en-CA" sz="1400" spc="-1" strike="noStrike">
              <a:latin typeface="Arial"/>
            </a:endParaRPr>
          </a:p>
        </p:txBody>
      </p:sp>
      <p:sp>
        <p:nvSpPr>
          <p:cNvPr id="246" name=""/>
          <p:cNvSpPr/>
          <p:nvPr/>
        </p:nvSpPr>
        <p:spPr>
          <a:xfrm>
            <a:off x="619920" y="4807440"/>
            <a:ext cx="1598400" cy="1598400"/>
          </a:xfrm>
          <a:prstGeom prst="rect">
            <a:avLst/>
          </a:prstGeom>
          <a:blipFill rotWithShape="0">
            <a:blip r:embed="rId3"/>
            <a:srcRect/>
            <a:stretch/>
          </a:blipFill>
          <a:ln w="0">
            <a:noFill/>
          </a:ln>
        </p:spPr>
        <p:style>
          <a:lnRef idx="0"/>
          <a:fillRef idx="0"/>
          <a:effectRef idx="2"/>
          <a:fontRef idx="minor"/>
        </p:style>
      </p:sp>
      <p:sp>
        <p:nvSpPr>
          <p:cNvPr id="247" name=""/>
          <p:cNvSpPr/>
          <p:nvPr/>
        </p:nvSpPr>
        <p:spPr>
          <a:xfrm>
            <a:off x="2398680" y="4807440"/>
            <a:ext cx="9119880" cy="377640"/>
          </a:xfrm>
          <a:prstGeom prst="rect">
            <a:avLst/>
          </a:prstGeom>
          <a:noFill/>
          <a:ln w="0">
            <a:noFill/>
          </a:ln>
        </p:spPr>
        <p:style>
          <a:lnRef idx="0"/>
          <a:fillRef idx="0"/>
          <a:effectRef idx="0"/>
          <a:fontRef idx="minor"/>
        </p:style>
        <p:txBody>
          <a:bodyPr lIns="0" rIns="23040" tIns="23040" bIns="23040">
            <a:noAutofit/>
          </a:bodyPr>
          <a:p>
            <a:pPr>
              <a:lnSpc>
                <a:spcPct val="100000"/>
              </a:lnSpc>
              <a:spcAft>
                <a:spcPts val="629"/>
              </a:spcAft>
              <a:tabLst>
                <a:tab algn="l" pos="0"/>
              </a:tabLst>
            </a:pPr>
            <a:r>
              <a:rPr b="1" lang="en-US" sz="1800" spc="-1" strike="noStrike">
                <a:solidFill>
                  <a:srgbClr val="58595b"/>
                </a:solidFill>
                <a:latin typeface="Arial"/>
              </a:rPr>
              <a:t>Simulation for Compliance and Innovation</a:t>
            </a:r>
            <a:endParaRPr b="0" lang="en-CA" sz="1800" spc="-1" strike="noStrike">
              <a:latin typeface="Arial"/>
            </a:endParaRPr>
          </a:p>
        </p:txBody>
      </p:sp>
      <p:sp>
        <p:nvSpPr>
          <p:cNvPr id="248" name=""/>
          <p:cNvSpPr/>
          <p:nvPr/>
        </p:nvSpPr>
        <p:spPr>
          <a:xfrm>
            <a:off x="2398680" y="5185440"/>
            <a:ext cx="9119880" cy="1220400"/>
          </a:xfrm>
          <a:prstGeom prst="rect">
            <a:avLst/>
          </a:prstGeom>
          <a:noFill/>
          <a:ln w="0">
            <a:noFill/>
          </a:ln>
        </p:spPr>
        <p:style>
          <a:lnRef idx="0"/>
          <a:fillRef idx="0"/>
          <a:effectRef idx="0"/>
          <a:fontRef idx="minor"/>
        </p:style>
        <p:txBody>
          <a:bodyPr lIns="0" rIns="17640" tIns="17640" bIns="17640">
            <a:noAutofit/>
          </a:bodyPr>
          <a:p>
            <a:pPr>
              <a:lnSpc>
                <a:spcPct val="100000"/>
              </a:lnSpc>
              <a:spcAft>
                <a:spcPts val="490"/>
              </a:spcAft>
              <a:tabLst>
                <a:tab algn="l" pos="0"/>
              </a:tabLst>
            </a:pPr>
            <a:r>
              <a:rPr b="0" lang="en-US" sz="1400" spc="-1" strike="noStrike">
                <a:solidFill>
                  <a:srgbClr val="58595b"/>
                </a:solidFill>
                <a:latin typeface="Arial"/>
              </a:rPr>
              <a:t>Mock submissions using validated simulations show how modeling aids regulatory compliance and supports innovative device development.</a:t>
            </a:r>
            <a:endParaRPr b="0" lang="en-CA" sz="1400" spc="-1" strike="noStrike">
              <a:latin typeface="Arial"/>
            </a:endParaRPr>
          </a:p>
        </p:txBody>
      </p:sp>
    </p:spTree>
  </p:cSld>
  <p:transition>
    <p:fade/>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9" name="Picture 3" descr="Paper silhouettes of multicolored men running in track"/>
          <p:cNvPicPr/>
          <p:nvPr/>
        </p:nvPicPr>
        <p:blipFill>
          <a:blip r:embed="rId1"/>
          <a:stretch/>
        </p:blipFill>
        <p:spPr>
          <a:xfrm>
            <a:off x="6559560" y="2288520"/>
            <a:ext cx="4746240" cy="3168000"/>
          </a:xfrm>
          <a:prstGeom prst="rect">
            <a:avLst/>
          </a:prstGeom>
          <a:ln w="0">
            <a:noFill/>
          </a:ln>
        </p:spPr>
      </p:pic>
      <p:sp>
        <p:nvSpPr>
          <p:cNvPr id="250" name="Text Placeholder 2"/>
          <p:cNvSpPr txBox="1"/>
          <p:nvPr/>
        </p:nvSpPr>
        <p:spPr>
          <a:xfrm>
            <a:off x="681120" y="1104120"/>
            <a:ext cx="7985160" cy="368280"/>
          </a:xfrm>
          <a:prstGeom prst="rect">
            <a:avLst/>
          </a:prstGeom>
          <a:noFill/>
          <a:ln w="0">
            <a:noFill/>
          </a:ln>
        </p:spPr>
        <p:txBody>
          <a:bodyPr lIns="90000" rIns="90000" tIns="45000" bIns="45000">
            <a:noAutofit/>
          </a:bodyPr>
          <a:p>
            <a:endParaRPr b="0" lang="en-US" sz="2800" spc="-1" strike="noStrike">
              <a:solidFill>
                <a:srgbClr val="1b1c1e"/>
              </a:solidFill>
              <a:latin typeface="Arial"/>
            </a:endParaRPr>
          </a:p>
        </p:txBody>
      </p:sp>
      <p:sp>
        <p:nvSpPr>
          <p:cNvPr id="251" name="TextBox 5"/>
          <p:cNvSpPr/>
          <p:nvPr/>
        </p:nvSpPr>
        <p:spPr>
          <a:xfrm>
            <a:off x="619920" y="1666080"/>
            <a:ext cx="5475600" cy="4740480"/>
          </a:xfrm>
          <a:prstGeom prst="rect">
            <a:avLst/>
          </a:prstGeom>
          <a:noFill/>
          <a:ln w="0">
            <a:noFill/>
          </a:ln>
        </p:spPr>
        <p:style>
          <a:lnRef idx="0"/>
          <a:fillRef idx="0"/>
          <a:effectRef idx="0"/>
          <a:fontRef idx="minor"/>
        </p:style>
        <p:txBody>
          <a:bodyPr lIns="90000" rIns="90000" tIns="45000" bIns="45000">
            <a:normAutofit fontScale="88000"/>
          </a:bodyPr>
          <a:p>
            <a:pPr>
              <a:lnSpc>
                <a:spcPct val="100000"/>
              </a:lnSpc>
              <a:spcBef>
                <a:spcPts val="2500"/>
              </a:spcBef>
              <a:spcAft>
                <a:spcPts val="601"/>
              </a:spcAft>
              <a:tabLst>
                <a:tab algn="l" pos="0"/>
              </a:tabLst>
            </a:pPr>
            <a:r>
              <a:rPr b="1" lang="en-US" sz="1400" spc="-1" strike="noStrike">
                <a:solidFill>
                  <a:srgbClr val="1b1c1e"/>
                </a:solidFill>
                <a:latin typeface="Arial"/>
              </a:rPr>
              <a:t>Consensus on Standardization</a:t>
            </a:r>
            <a:endParaRPr b="0" lang="en-CA" sz="1400" spc="-1" strike="noStrike">
              <a:latin typeface="Arial"/>
            </a:endParaRPr>
          </a:p>
          <a:p>
            <a:pPr>
              <a:lnSpc>
                <a:spcPct val="100000"/>
              </a:lnSpc>
              <a:spcBef>
                <a:spcPts val="1001"/>
              </a:spcBef>
              <a:spcAft>
                <a:spcPts val="601"/>
              </a:spcAft>
              <a:tabLst>
                <a:tab algn="l" pos="0"/>
              </a:tabLst>
            </a:pPr>
            <a:r>
              <a:rPr b="0" lang="en-US" sz="1400" spc="-1" strike="noStrike">
                <a:solidFill>
                  <a:srgbClr val="1b1c1e"/>
                </a:solidFill>
                <a:latin typeface="Arial"/>
              </a:rPr>
              <a:t>Despite success in other sectors, modeling for industrial sterilization remains underutilized, slowing innovation and efficiency improvements. Participants agreed on the importance of unified standards for verification, validation, and quantifying uncertainty to ensure reliability.</a:t>
            </a:r>
            <a:endParaRPr b="0" lang="en-CA" sz="1400" spc="-1" strike="noStrike">
              <a:latin typeface="Arial"/>
            </a:endParaRPr>
          </a:p>
          <a:p>
            <a:pPr>
              <a:lnSpc>
                <a:spcPct val="100000"/>
              </a:lnSpc>
              <a:spcBef>
                <a:spcPts val="2500"/>
              </a:spcBef>
              <a:spcAft>
                <a:spcPts val="601"/>
              </a:spcAft>
              <a:tabLst>
                <a:tab algn="l" pos="0"/>
              </a:tabLst>
            </a:pPr>
            <a:r>
              <a:rPr b="1" lang="en-US" sz="1400" spc="-1" strike="noStrike">
                <a:solidFill>
                  <a:srgbClr val="1b1c1e"/>
                </a:solidFill>
                <a:latin typeface="Arial"/>
              </a:rPr>
              <a:t>Identified Key Barriers</a:t>
            </a:r>
            <a:endParaRPr b="0" lang="en-CA" sz="1400" spc="-1" strike="noStrike">
              <a:latin typeface="Arial"/>
            </a:endParaRPr>
          </a:p>
          <a:p>
            <a:pPr>
              <a:lnSpc>
                <a:spcPct val="100000"/>
              </a:lnSpc>
              <a:spcBef>
                <a:spcPts val="1001"/>
              </a:spcBef>
              <a:spcAft>
                <a:spcPts val="601"/>
              </a:spcAft>
              <a:tabLst>
                <a:tab algn="l" pos="0"/>
              </a:tabLst>
            </a:pPr>
            <a:r>
              <a:rPr b="0" lang="en-US" sz="1400" spc="-1" strike="noStrike">
                <a:solidFill>
                  <a:srgbClr val="1b1c1e"/>
                </a:solidFill>
                <a:latin typeface="Arial"/>
              </a:rPr>
              <a:t>Absence of clear guidance and scientific consensus makes it difficult to implement modeling practices widely and consistently. Major barriers are training gaps, insufficient quality metrics, and regulatory acceptance, impacting progress and safety.</a:t>
            </a:r>
            <a:endParaRPr b="0" lang="en-CA" sz="1400" spc="-1" strike="noStrike">
              <a:latin typeface="Arial"/>
            </a:endParaRPr>
          </a:p>
          <a:p>
            <a:pPr>
              <a:lnSpc>
                <a:spcPct val="100000"/>
              </a:lnSpc>
              <a:spcBef>
                <a:spcPts val="2500"/>
              </a:spcBef>
              <a:spcAft>
                <a:spcPts val="601"/>
              </a:spcAft>
              <a:tabLst>
                <a:tab algn="l" pos="0"/>
              </a:tabLst>
            </a:pPr>
            <a:r>
              <a:rPr b="1" lang="en-US" sz="1400" spc="-1" strike="noStrike">
                <a:solidFill>
                  <a:srgbClr val="1b1c1e"/>
                </a:solidFill>
                <a:latin typeface="Arial"/>
              </a:rPr>
              <a:t>Action Plan for Advancement</a:t>
            </a:r>
            <a:endParaRPr b="0" lang="en-CA" sz="1400" spc="-1" strike="noStrike">
              <a:latin typeface="Arial"/>
            </a:endParaRPr>
          </a:p>
          <a:p>
            <a:pPr>
              <a:lnSpc>
                <a:spcPct val="100000"/>
              </a:lnSpc>
              <a:spcBef>
                <a:spcPts val="1001"/>
              </a:spcBef>
              <a:spcAft>
                <a:spcPts val="601"/>
              </a:spcAft>
              <a:tabLst>
                <a:tab algn="l" pos="0"/>
              </a:tabLst>
            </a:pPr>
            <a:r>
              <a:rPr b="0" lang="en-US" sz="1400" spc="-1" strike="noStrike">
                <a:solidFill>
                  <a:srgbClr val="1b1c1e"/>
                </a:solidFill>
                <a:latin typeface="Arial"/>
              </a:rPr>
              <a:t>There is a strong demand for robust frameworks addressing verification, validation, and uncertainty quantification in modeling.</a:t>
            </a:r>
            <a:endParaRPr b="0" lang="en-CA" sz="1400" spc="-1" strike="noStrike">
              <a:latin typeface="Arial"/>
            </a:endParaRPr>
          </a:p>
          <a:p>
            <a:pPr>
              <a:lnSpc>
                <a:spcPct val="100000"/>
              </a:lnSpc>
              <a:spcBef>
                <a:spcPts val="1001"/>
              </a:spcBef>
              <a:spcAft>
                <a:spcPts val="601"/>
              </a:spcAft>
              <a:tabLst>
                <a:tab algn="l" pos="0"/>
              </a:tabLst>
            </a:pPr>
            <a:r>
              <a:rPr b="0" lang="en-US" sz="1400" spc="-1" strike="noStrike">
                <a:solidFill>
                  <a:srgbClr val="1b1c1e"/>
                </a:solidFill>
                <a:latin typeface="Arial"/>
              </a:rPr>
              <a:t>Next steps involve developing standards, organizing round-robin studies, and embedding priorities in strategic reports for innovation.</a:t>
            </a:r>
            <a:endParaRPr b="0" lang="en-CA" sz="1400" spc="-1" strike="noStrike">
              <a:latin typeface="Arial"/>
            </a:endParaRPr>
          </a:p>
        </p:txBody>
      </p:sp>
      <p:sp>
        <p:nvSpPr>
          <p:cNvPr id="252" name="TextBox 4"/>
          <p:cNvSpPr/>
          <p:nvPr/>
        </p:nvSpPr>
        <p:spPr>
          <a:xfrm>
            <a:off x="619920" y="228960"/>
            <a:ext cx="8046360" cy="607320"/>
          </a:xfrm>
          <a:prstGeom prst="rect">
            <a:avLst/>
          </a:prstGeom>
          <a:noFill/>
          <a:ln w="0">
            <a:noFill/>
          </a:ln>
        </p:spPr>
        <p:style>
          <a:lnRef idx="0"/>
          <a:fillRef idx="0"/>
          <a:effectRef idx="0"/>
          <a:fontRef idx="minor"/>
        </p:style>
        <p:txBody>
          <a:bodyPr lIns="90000" rIns="90000" tIns="45000" bIns="45000" anchor="b">
            <a:normAutofit/>
          </a:bodyPr>
          <a:p>
            <a:pPr>
              <a:lnSpc>
                <a:spcPct val="90000"/>
              </a:lnSpc>
              <a:spcBef>
                <a:spcPts val="1001"/>
              </a:spcBef>
              <a:spcAft>
                <a:spcPts val="601"/>
              </a:spcAft>
            </a:pPr>
            <a:r>
              <a:rPr b="1" lang="en-US" sz="3700" spc="-1" strike="noStrike">
                <a:solidFill>
                  <a:srgbClr val="424242"/>
                </a:solidFill>
                <a:latin typeface="Arial"/>
              </a:rPr>
              <a:t>Outcomes &amp; Future Roadmap</a:t>
            </a:r>
            <a:endParaRPr b="0" lang="en-CA" sz="3700" spc="-1" strike="noStrike">
              <a:latin typeface="Arial"/>
            </a:endParaRPr>
          </a:p>
        </p:txBody>
      </p:sp>
      <p:sp>
        <p:nvSpPr>
          <p:cNvPr id="253" name="Rectangle 1"/>
          <p:cNvSpPr/>
          <p:nvPr/>
        </p:nvSpPr>
        <p:spPr>
          <a:xfrm>
            <a:off x="8971200" y="3210480"/>
            <a:ext cx="2324520" cy="2245680"/>
          </a:xfrm>
          <a:prstGeom prst="rect">
            <a:avLst/>
          </a:prstGeom>
          <a:blipFill rotWithShape="0">
            <a:blip r:embed="rId2"/>
            <a:srcRect/>
            <a:stretch/>
          </a:blipFill>
          <a:ln w="0">
            <a:noFill/>
          </a:ln>
        </p:spPr>
        <p:style>
          <a:lnRef idx="0">
            <a:schemeClr val="dk1">
              <a:shade val="80000"/>
              <a:hueOff val="0"/>
              <a:satOff val="0"/>
              <a:lumOff val="0"/>
              <a:alphaOff val="0"/>
            </a:schemeClr>
          </a:lnRef>
          <a:fillRef idx="0"/>
          <a:effectRef idx="2">
            <a:schemeClr val="lt1">
              <a:hueOff val="0"/>
              <a:satOff val="0"/>
              <a:lumOff val="0"/>
              <a:alphaOff val="0"/>
            </a:schemeClr>
          </a:effectRef>
          <a:fontRef idx="minor"/>
        </p:style>
      </p:sp>
    </p:spTree>
  </p:cSld>
  <p:transition>
    <p:fade/>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Text Placeholder 1"/>
          <p:cNvSpPr txBox="1"/>
          <p:nvPr/>
        </p:nvSpPr>
        <p:spPr>
          <a:xfrm>
            <a:off x="683640" y="3759480"/>
            <a:ext cx="4782600" cy="1332360"/>
          </a:xfrm>
          <a:prstGeom prst="rect">
            <a:avLst/>
          </a:prstGeom>
          <a:noFill/>
          <a:ln w="0">
            <a:noFill/>
          </a:ln>
        </p:spPr>
        <p:txBody>
          <a:bodyPr lIns="90000" rIns="90000" tIns="45000" bIns="45000">
            <a:noAutofit/>
          </a:bodyPr>
          <a:p>
            <a:pPr>
              <a:lnSpc>
                <a:spcPct val="90000"/>
              </a:lnSpc>
              <a:spcBef>
                <a:spcPts val="1001"/>
              </a:spcBef>
              <a:tabLst>
                <a:tab algn="l" pos="0"/>
              </a:tabLst>
            </a:pPr>
            <a:r>
              <a:rPr b="0" lang="en-GB" sz="2000" spc="-1" strike="noStrike">
                <a:solidFill>
                  <a:srgbClr val="424242"/>
                </a:solidFill>
                <a:latin typeface="Arial"/>
              </a:rPr>
              <a:t>Spencer Mickum</a:t>
            </a:r>
            <a:endParaRPr b="0" lang="en-US" sz="2000" spc="-1" strike="noStrike">
              <a:solidFill>
                <a:srgbClr val="1b1c1e"/>
              </a:solidFill>
              <a:latin typeface="Arial"/>
            </a:endParaRPr>
          </a:p>
          <a:p>
            <a:pPr>
              <a:lnSpc>
                <a:spcPct val="90000"/>
              </a:lnSpc>
              <a:spcBef>
                <a:spcPts val="1001"/>
              </a:spcBef>
              <a:tabLst>
                <a:tab algn="l" pos="0"/>
              </a:tabLst>
            </a:pPr>
            <a:r>
              <a:rPr b="0" lang="en-GB" sz="2000" spc="-1" strike="noStrike">
                <a:solidFill>
                  <a:srgbClr val="424242"/>
                </a:solidFill>
                <a:latin typeface="Arial"/>
              </a:rPr>
              <a:t>Principal Scientist, Radiation Technology </a:t>
            </a:r>
            <a:endParaRPr b="0" lang="en-US" sz="2000" spc="-1" strike="noStrike">
              <a:solidFill>
                <a:srgbClr val="1b1c1e"/>
              </a:solidFill>
              <a:latin typeface="Arial"/>
            </a:endParaRPr>
          </a:p>
          <a:p>
            <a:pPr>
              <a:lnSpc>
                <a:spcPct val="90000"/>
              </a:lnSpc>
              <a:spcBef>
                <a:spcPts val="1001"/>
              </a:spcBef>
              <a:tabLst>
                <a:tab algn="l" pos="0"/>
              </a:tabLst>
            </a:pPr>
            <a:r>
              <a:rPr b="0" lang="en-GB" sz="2000" spc="-1" strike="noStrike">
                <a:solidFill>
                  <a:srgbClr val="424242"/>
                </a:solidFill>
                <a:latin typeface="Arial"/>
              </a:rPr>
              <a:t>Spencer_Mickum@STERIS.com</a:t>
            </a:r>
            <a:endParaRPr b="0" lang="en-US" sz="2000" spc="-1" strike="noStrike">
              <a:solidFill>
                <a:srgbClr val="1b1c1e"/>
              </a:solidFill>
              <a:latin typeface="Arial"/>
            </a:endParaRPr>
          </a:p>
          <a:p>
            <a:pPr>
              <a:lnSpc>
                <a:spcPct val="90000"/>
              </a:lnSpc>
              <a:spcBef>
                <a:spcPts val="1001"/>
              </a:spcBef>
              <a:tabLst>
                <a:tab algn="l" pos="0"/>
              </a:tabLst>
            </a:pPr>
            <a:endParaRPr b="0" lang="en-US" sz="2000" spc="-1" strike="noStrike">
              <a:solidFill>
                <a:srgbClr val="1b1c1e"/>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58595b"/>
      </a:dk2>
      <a:lt2>
        <a:srgbClr val="eaeaea"/>
      </a:lt2>
      <a:accent1>
        <a:srgbClr val="6699cc"/>
      </a:accent1>
      <a:accent2>
        <a:srgbClr val="23418f"/>
      </a:accent2>
      <a:accent3>
        <a:srgbClr val="56c2e9"/>
      </a:accent3>
      <a:accent4>
        <a:srgbClr val="aeadad"/>
      </a:accent4>
      <a:accent5>
        <a:srgbClr val="26989b"/>
      </a:accent5>
      <a:accent6>
        <a:srgbClr val="63ba6f"/>
      </a:accent6>
      <a:hlink>
        <a:srgbClr val="f15b5d"/>
      </a:hlink>
      <a:folHlink>
        <a:srgbClr val="e7a25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58595b"/>
      </a:dk2>
      <a:lt2>
        <a:srgbClr val="eaeaea"/>
      </a:lt2>
      <a:accent1>
        <a:srgbClr val="6699cc"/>
      </a:accent1>
      <a:accent2>
        <a:srgbClr val="23418f"/>
      </a:accent2>
      <a:accent3>
        <a:srgbClr val="56c2e9"/>
      </a:accent3>
      <a:accent4>
        <a:srgbClr val="aeadad"/>
      </a:accent4>
      <a:accent5>
        <a:srgbClr val="26989b"/>
      </a:accent5>
      <a:accent6>
        <a:srgbClr val="63ba6f"/>
      </a:accent6>
      <a:hlink>
        <a:srgbClr val="f15b5d"/>
      </a:hlink>
      <a:folHlink>
        <a:srgbClr val="e7a25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58595b"/>
      </a:dk2>
      <a:lt2>
        <a:srgbClr val="eaeaea"/>
      </a:lt2>
      <a:accent1>
        <a:srgbClr val="6699cc"/>
      </a:accent1>
      <a:accent2>
        <a:srgbClr val="23418f"/>
      </a:accent2>
      <a:accent3>
        <a:srgbClr val="56c2e9"/>
      </a:accent3>
      <a:accent4>
        <a:srgbClr val="aeadad"/>
      </a:accent4>
      <a:accent5>
        <a:srgbClr val="26989b"/>
      </a:accent5>
      <a:accent6>
        <a:srgbClr val="63ba6f"/>
      </a:accent6>
      <a:hlink>
        <a:srgbClr val="f15b5d"/>
      </a:hlink>
      <a:folHlink>
        <a:srgbClr val="e7a25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58595b"/>
      </a:dk2>
      <a:lt2>
        <a:srgbClr val="eaeaea"/>
      </a:lt2>
      <a:accent1>
        <a:srgbClr val="6699cc"/>
      </a:accent1>
      <a:accent2>
        <a:srgbClr val="23418f"/>
      </a:accent2>
      <a:accent3>
        <a:srgbClr val="56c2e9"/>
      </a:accent3>
      <a:accent4>
        <a:srgbClr val="aeadad"/>
      </a:accent4>
      <a:accent5>
        <a:srgbClr val="26989b"/>
      </a:accent5>
      <a:accent6>
        <a:srgbClr val="63ba6f"/>
      </a:accent6>
      <a:hlink>
        <a:srgbClr val="f15b5d"/>
      </a:hlink>
      <a:folHlink>
        <a:srgbClr val="e7a25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58595b"/>
      </a:dk2>
      <a:lt2>
        <a:srgbClr val="eaeaea"/>
      </a:lt2>
      <a:accent1>
        <a:srgbClr val="6699cc"/>
      </a:accent1>
      <a:accent2>
        <a:srgbClr val="23418f"/>
      </a:accent2>
      <a:accent3>
        <a:srgbClr val="56c2e9"/>
      </a:accent3>
      <a:accent4>
        <a:srgbClr val="aeadad"/>
      </a:accent4>
      <a:accent5>
        <a:srgbClr val="26989b"/>
      </a:accent5>
      <a:accent6>
        <a:srgbClr val="63ba6f"/>
      </a:accent6>
      <a:hlink>
        <a:srgbClr val="f15b5d"/>
      </a:hlink>
      <a:folHlink>
        <a:srgbClr val="e7a25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58595b"/>
      </a:dk2>
      <a:lt2>
        <a:srgbClr val="eaeaea"/>
      </a:lt2>
      <a:accent1>
        <a:srgbClr val="6699cc"/>
      </a:accent1>
      <a:accent2>
        <a:srgbClr val="23418f"/>
      </a:accent2>
      <a:accent3>
        <a:srgbClr val="56c2e9"/>
      </a:accent3>
      <a:accent4>
        <a:srgbClr val="aeadad"/>
      </a:accent4>
      <a:accent5>
        <a:srgbClr val="26989b"/>
      </a:accent5>
      <a:accent6>
        <a:srgbClr val="63ba6f"/>
      </a:accent6>
      <a:hlink>
        <a:srgbClr val="f15b5d"/>
      </a:hlink>
      <a:folHlink>
        <a:srgbClr val="e7a25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115BA7752A705419FD24FEF3081837F" ma:contentTypeVersion="19" ma:contentTypeDescription="Create a new document." ma:contentTypeScope="" ma:versionID="4b2291248973cdd7ef55946d382e5367">
  <xsd:schema xmlns:xsd="http://www.w3.org/2001/XMLSchema" xmlns:xs="http://www.w3.org/2001/XMLSchema" xmlns:p="http://schemas.microsoft.com/office/2006/metadata/properties" xmlns:ns1="http://schemas.microsoft.com/sharepoint/v3" xmlns:ns2="37ae49cc-7951-4afa-8c60-796463640520" xmlns:ns3="833ea3c8-eaf1-459f-aac9-61d12ed59491" targetNamespace="http://schemas.microsoft.com/office/2006/metadata/properties" ma:root="true" ma:fieldsID="9c12e4f23f4804d5e186614847ef5ed9" ns1:_="" ns2:_="" ns3:_="">
    <xsd:import namespace="http://schemas.microsoft.com/sharepoint/v3"/>
    <xsd:import namespace="37ae49cc-7951-4afa-8c60-796463640520"/>
    <xsd:import namespace="833ea3c8-eaf1-459f-aac9-61d12ed5949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3:SharedWithUsers" minOccurs="0"/>
                <xsd:element ref="ns3:SharedWithDetails" minOccurs="0"/>
                <xsd:element ref="ns1:PublishingStartDate" minOccurs="0"/>
                <xsd:element ref="ns1:PublishingExpirationDate" minOccurs="0"/>
                <xsd:element ref="ns2:MediaServiceOCR"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21" nillable="true" ma:displayName="Scheduling Start Date" ma:description="Scheduling Start Date is a site column created by the Publishing feature. It is used to specify the date and time on which this page will first appear to site visitors." ma:internalName="PublishingStartDate">
      <xsd:simpleType>
        <xsd:restriction base="dms:Unknown"/>
      </xsd:simpleType>
    </xsd:element>
    <xsd:element name="PublishingExpirationDate" ma:index="22" nillable="true" ma:displayName="Scheduling End Date" ma:description="Scheduling End Date is a site column created by the Publishing feature. It is used to specify the date and time on which this page will no longer appear to site visitors."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7ae49cc-7951-4afa-8c60-7964636405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1c1b02e5-1b0d-49c0-8ffc-36a1b916637e" ma:termSetId="09814cd3-568e-fe90-9814-8d621ff8fb84" ma:anchorId="fba54fb3-c3e1-fe81-a776-ca4b69148c4d" ma:open="true" ma:isKeyword="false">
      <xsd:complexType>
        <xsd:sequence>
          <xsd:element ref="pc:Terms" minOccurs="0" maxOccurs="1"/>
        </xsd:sequence>
      </xsd:complex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description="" ma:indexed="true" ma:internalName="MediaServiceLocation"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33ea3c8-eaf1-459f-aac9-61d12ed59491"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a14c8ca4-cefe-4e99-8132-3c32b2c736ed}" ma:internalName="TaxCatchAll" ma:showField="CatchAllData" ma:web="833ea3c8-eaf1-459f-aac9-61d12ed59491">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833ea3c8-eaf1-459f-aac9-61d12ed59491" xsi:nil="true"/>
    <lcf76f155ced4ddcb4097134ff3c332f xmlns="37ae49cc-7951-4afa-8c60-796463640520">
      <Terms xmlns="http://schemas.microsoft.com/office/infopath/2007/PartnerControls"/>
    </lcf76f155ced4ddcb4097134ff3c332f>
    <SharedWithUsers xmlns="833ea3c8-eaf1-459f-aac9-61d12ed59491">
      <UserInfo>
        <DisplayName>Ong, Ken</DisplayName>
        <AccountId>66</AccountId>
        <AccountType/>
      </UserInfo>
      <UserInfo>
        <DisplayName>Kongkum, Sita</DisplayName>
        <AccountId>67</AccountId>
        <AccountType/>
      </UserInfo>
      <UserInfo>
        <DisplayName>Morrissey, David</DisplayName>
        <AccountId>68</AccountId>
        <AccountType/>
      </UserInfo>
    </SharedWithUsers>
    <PublishingExpirationDate xmlns="http://schemas.microsoft.com/sharepoint/v3" xsi:nil="true"/>
    <PublishingStartDate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1E996C4-3ADA-435D-92AD-19F1EBEC961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37ae49cc-7951-4afa-8c60-796463640520"/>
    <ds:schemaRef ds:uri="833ea3c8-eaf1-459f-aac9-61d12ed594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50F00FA-5A31-4B3A-A571-CB3850C8F091}">
  <ds:schemaRefs>
    <ds:schemaRef ds:uri="http://www.w3.org/XML/1998/namespace"/>
    <ds:schemaRef ds:uri="http://purl.org/dc/dcmitype/"/>
    <ds:schemaRef ds:uri="http://schemas.microsoft.com/office/2006/metadata/properties"/>
    <ds:schemaRef ds:uri="http://purl.org/dc/terms/"/>
    <ds:schemaRef ds:uri="26239d45-c49f-46c8-be9c-1c13510f9612"/>
    <ds:schemaRef ds:uri="3125efcb-b923-46c2-81b1-6623afa6cd8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833ea3c8-eaf1-459f-aac9-61d12ed59491"/>
    <ds:schemaRef ds:uri="37ae49cc-7951-4afa-8c60-796463640520"/>
    <ds:schemaRef ds:uri="http://schemas.microsoft.com/sharepoint/v3"/>
  </ds:schemaRefs>
</ds:datastoreItem>
</file>

<file path=customXml/itemProps3.xml><?xml version="1.0" encoding="utf-8"?>
<ds:datastoreItem xmlns:ds="http://schemas.openxmlformats.org/officeDocument/2006/customXml" ds:itemID="{246595BD-01B8-4C12-8CE9-435D9125ED5B}">
  <ds:schemaRefs>
    <ds:schemaRef ds:uri="http://schemas.microsoft.com/sharepoint/v3/contenttype/forms"/>
  </ds:schemaRefs>
</ds:datastoreItem>
</file>

<file path=docMetadata/LabelInfo.xml><?xml version="1.0" encoding="utf-8"?>
<clbl:labelList xmlns:clbl="http://schemas.microsoft.com/office/2020/mipLabelMetadata">
  <clbl:label id="{9f503db2-02a8-4bb6-8b64-ee489d2a21c5}" enabled="0" method="" siteId="{9f503db2-02a8-4bb6-8b64-ee489d2a21c5}" removed="1"/>
</clbl:labelList>
</file>

<file path=docProps/app.xml><?xml version="1.0" encoding="utf-8"?>
<Properties xmlns="http://schemas.openxmlformats.org/officeDocument/2006/extended-properties" xmlns:vt="http://schemas.openxmlformats.org/officeDocument/2006/docPropsVTypes">
  <Template/>
  <TotalTime>30</TotalTime>
  <Application>LibreOffice/7.1.8.1$Linux_X86_64 LibreOffice_project/10$Build-1</Application>
  <AppVersion>15.0000</AppVersion>
  <Words>836</Words>
  <Paragraphs>45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2022-10-17T09:43:06Z</dcterms:created>
  <dc:creator>Microsoft Office User</dc:creator>
  <dc:description/>
  <dc:language>en-CA</dc:language>
  <cp:lastModifiedBy/>
  <dcterms:modified xsi:type="dcterms:W3CDTF">2025-11-13T13:26:07Z</dcterms:modified>
  <cp:revision>16</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0x0101004115BA7752A705419FD24FEF3081837F</vt:lpwstr>
  </property>
  <property fmtid="{D5CDD505-2E9C-101B-9397-08002B2CF9AE}" pid="3" name="MediaServiceImageTags">
    <vt:lpwstr/>
  </property>
  <property fmtid="{D5CDD505-2E9C-101B-9397-08002B2CF9AE}" pid="4" name="Notes">
    <vt:i4>4</vt:i4>
  </property>
  <property fmtid="{D5CDD505-2E9C-101B-9397-08002B2CF9AE}" pid="5" name="PresentationFormat">
    <vt:lpwstr>Widescreen</vt:lpwstr>
  </property>
  <property fmtid="{D5CDD505-2E9C-101B-9397-08002B2CF9AE}" pid="6" name="Slides">
    <vt:i4>7</vt:i4>
  </property>
</Properties>
</file>